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3.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4.xml" ContentType="application/vnd.openxmlformats-officedocument.theme+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theme/theme5.xml" ContentType="application/vnd.openxmlformats-officedocument.theme+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6.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theme/theme7.xml" ContentType="application/vnd.openxmlformats-officedocument.theme+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theme/theme8.xml" ContentType="application/vnd.openxmlformats-officedocument.theme+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9.xml" ContentType="application/vnd.openxmlformats-officedocument.theme+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theme/theme10.xml" ContentType="application/vnd.openxmlformats-officedocument.theme+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theme/theme11.xml" ContentType="application/vnd.openxmlformats-officedocument.theme+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theme/theme12.xml" ContentType="application/vnd.openxmlformats-officedocument.theme+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theme/theme13.xml" ContentType="application/vnd.openxmlformats-officedocument.theme+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theme/theme14.xml" ContentType="application/vnd.openxmlformats-officedocument.theme+xml"/>
  <Override PartName="/ppt/theme/theme1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666" r:id="rId2"/>
    <p:sldMasterId id="2147483684" r:id="rId3"/>
    <p:sldMasterId id="2147483702" r:id="rId4"/>
    <p:sldMasterId id="2147483720" r:id="rId5"/>
    <p:sldMasterId id="2147483738" r:id="rId6"/>
    <p:sldMasterId id="2147483756" r:id="rId7"/>
    <p:sldMasterId id="2147483774" r:id="rId8"/>
    <p:sldMasterId id="2147483792" r:id="rId9"/>
    <p:sldMasterId id="2147483810" r:id="rId10"/>
    <p:sldMasterId id="2147483828" r:id="rId11"/>
    <p:sldMasterId id="2147483846" r:id="rId12"/>
    <p:sldMasterId id="2147483864" r:id="rId13"/>
    <p:sldMasterId id="2147484026" r:id="rId14"/>
  </p:sldMasterIdLst>
  <p:notesMasterIdLst>
    <p:notesMasterId r:id="rId65"/>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310" r:id="rId27"/>
    <p:sldId id="321" r:id="rId28"/>
    <p:sldId id="331" r:id="rId29"/>
    <p:sldId id="338" r:id="rId30"/>
    <p:sldId id="347" r:id="rId31"/>
    <p:sldId id="349" r:id="rId32"/>
    <p:sldId id="351" r:id="rId33"/>
    <p:sldId id="352" r:id="rId34"/>
    <p:sldId id="354" r:id="rId35"/>
    <p:sldId id="356" r:id="rId36"/>
    <p:sldId id="357" r:id="rId37"/>
    <p:sldId id="358" r:id="rId38"/>
    <p:sldId id="359" r:id="rId39"/>
    <p:sldId id="360" r:id="rId40"/>
    <p:sldId id="361" r:id="rId41"/>
    <p:sldId id="369" r:id="rId42"/>
    <p:sldId id="370" r:id="rId43"/>
    <p:sldId id="384" r:id="rId44"/>
    <p:sldId id="398" r:id="rId45"/>
    <p:sldId id="409" r:id="rId46"/>
    <p:sldId id="417" r:id="rId47"/>
    <p:sldId id="418" r:id="rId48"/>
    <p:sldId id="419" r:id="rId49"/>
    <p:sldId id="420" r:id="rId50"/>
    <p:sldId id="421" r:id="rId51"/>
    <p:sldId id="422" r:id="rId52"/>
    <p:sldId id="423" r:id="rId53"/>
    <p:sldId id="424" r:id="rId54"/>
    <p:sldId id="425" r:id="rId55"/>
    <p:sldId id="426" r:id="rId56"/>
    <p:sldId id="427" r:id="rId57"/>
    <p:sldId id="428" r:id="rId58"/>
    <p:sldId id="429" r:id="rId59"/>
    <p:sldId id="430" r:id="rId60"/>
    <p:sldId id="431" r:id="rId61"/>
    <p:sldId id="432" r:id="rId62"/>
    <p:sldId id="433" r:id="rId63"/>
    <p:sldId id="434" r:id="rId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p:cViewPr varScale="1">
        <p:scale>
          <a:sx n="78" d="100"/>
          <a:sy n="78" d="100"/>
        </p:scale>
        <p:origin x="878" y="62"/>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2.xml"/><Relationship Id="rId21" Type="http://schemas.openxmlformats.org/officeDocument/2006/relationships/slide" Target="slides/slide7.xml"/><Relationship Id="rId42" Type="http://schemas.openxmlformats.org/officeDocument/2006/relationships/slide" Target="slides/slide28.xml"/><Relationship Id="rId47" Type="http://schemas.openxmlformats.org/officeDocument/2006/relationships/slide" Target="slides/slide33.xml"/><Relationship Id="rId63" Type="http://schemas.openxmlformats.org/officeDocument/2006/relationships/slide" Target="slides/slide49.xml"/><Relationship Id="rId68"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2.xml"/><Relationship Id="rId29" Type="http://schemas.openxmlformats.org/officeDocument/2006/relationships/slide" Target="slides/slide15.xml"/><Relationship Id="rId11" Type="http://schemas.openxmlformats.org/officeDocument/2006/relationships/slideMaster" Target="slideMasters/slideMaster11.xml"/><Relationship Id="rId24" Type="http://schemas.openxmlformats.org/officeDocument/2006/relationships/slide" Target="slides/slide10.xml"/><Relationship Id="rId32" Type="http://schemas.openxmlformats.org/officeDocument/2006/relationships/slide" Target="slides/slide18.xml"/><Relationship Id="rId37" Type="http://schemas.openxmlformats.org/officeDocument/2006/relationships/slide" Target="slides/slide23.xml"/><Relationship Id="rId40" Type="http://schemas.openxmlformats.org/officeDocument/2006/relationships/slide" Target="slides/slide26.xml"/><Relationship Id="rId45" Type="http://schemas.openxmlformats.org/officeDocument/2006/relationships/slide" Target="slides/slide31.xml"/><Relationship Id="rId53" Type="http://schemas.openxmlformats.org/officeDocument/2006/relationships/slide" Target="slides/slide39.xml"/><Relationship Id="rId58" Type="http://schemas.openxmlformats.org/officeDocument/2006/relationships/slide" Target="slides/slide44.xml"/><Relationship Id="rId66"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slide" Target="slides/slide47.xml"/><Relationship Id="rId19" Type="http://schemas.openxmlformats.org/officeDocument/2006/relationships/slide" Target="slides/slide5.xml"/><Relationship Id="rId14" Type="http://schemas.openxmlformats.org/officeDocument/2006/relationships/slideMaster" Target="slideMasters/slideMaster14.xml"/><Relationship Id="rId22" Type="http://schemas.openxmlformats.org/officeDocument/2006/relationships/slide" Target="slides/slide8.xml"/><Relationship Id="rId27" Type="http://schemas.openxmlformats.org/officeDocument/2006/relationships/slide" Target="slides/slide13.xml"/><Relationship Id="rId30" Type="http://schemas.openxmlformats.org/officeDocument/2006/relationships/slide" Target="slides/slide16.xml"/><Relationship Id="rId35" Type="http://schemas.openxmlformats.org/officeDocument/2006/relationships/slide" Target="slides/slide21.xml"/><Relationship Id="rId43" Type="http://schemas.openxmlformats.org/officeDocument/2006/relationships/slide" Target="slides/slide29.xml"/><Relationship Id="rId48" Type="http://schemas.openxmlformats.org/officeDocument/2006/relationships/slide" Target="slides/slide34.xml"/><Relationship Id="rId56" Type="http://schemas.openxmlformats.org/officeDocument/2006/relationships/slide" Target="slides/slide42.xml"/><Relationship Id="rId64" Type="http://schemas.openxmlformats.org/officeDocument/2006/relationships/slide" Target="slides/slide50.xml"/><Relationship Id="rId69" Type="http://schemas.openxmlformats.org/officeDocument/2006/relationships/tableStyles" Target="tableStyles.xml"/><Relationship Id="rId8" Type="http://schemas.openxmlformats.org/officeDocument/2006/relationships/slideMaster" Target="slideMasters/slideMaster8.xml"/><Relationship Id="rId51" Type="http://schemas.openxmlformats.org/officeDocument/2006/relationships/slide" Target="slides/slide37.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3.xml"/><Relationship Id="rId25" Type="http://schemas.openxmlformats.org/officeDocument/2006/relationships/slide" Target="slides/slide11.xml"/><Relationship Id="rId33" Type="http://schemas.openxmlformats.org/officeDocument/2006/relationships/slide" Target="slides/slide19.xml"/><Relationship Id="rId38" Type="http://schemas.openxmlformats.org/officeDocument/2006/relationships/slide" Target="slides/slide24.xml"/><Relationship Id="rId46" Type="http://schemas.openxmlformats.org/officeDocument/2006/relationships/slide" Target="slides/slide32.xml"/><Relationship Id="rId59" Type="http://schemas.openxmlformats.org/officeDocument/2006/relationships/slide" Target="slides/slide45.xml"/><Relationship Id="rId67" Type="http://schemas.openxmlformats.org/officeDocument/2006/relationships/viewProps" Target="viewProps.xml"/><Relationship Id="rId20" Type="http://schemas.openxmlformats.org/officeDocument/2006/relationships/slide" Target="slides/slide6.xml"/><Relationship Id="rId41" Type="http://schemas.openxmlformats.org/officeDocument/2006/relationships/slide" Target="slides/slide27.xml"/><Relationship Id="rId54" Type="http://schemas.openxmlformats.org/officeDocument/2006/relationships/slide" Target="slides/slide40.xml"/><Relationship Id="rId62" Type="http://schemas.openxmlformats.org/officeDocument/2006/relationships/slide" Target="slides/slide48.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1.xml"/><Relationship Id="rId23" Type="http://schemas.openxmlformats.org/officeDocument/2006/relationships/slide" Target="slides/slide9.xml"/><Relationship Id="rId28" Type="http://schemas.openxmlformats.org/officeDocument/2006/relationships/slide" Target="slides/slide14.xml"/><Relationship Id="rId36" Type="http://schemas.openxmlformats.org/officeDocument/2006/relationships/slide" Target="slides/slide22.xml"/><Relationship Id="rId49" Type="http://schemas.openxmlformats.org/officeDocument/2006/relationships/slide" Target="slides/slide35.xml"/><Relationship Id="rId57" Type="http://schemas.openxmlformats.org/officeDocument/2006/relationships/slide" Target="slides/slide43.xml"/><Relationship Id="rId10" Type="http://schemas.openxmlformats.org/officeDocument/2006/relationships/slideMaster" Target="slideMasters/slideMaster10.xml"/><Relationship Id="rId31" Type="http://schemas.openxmlformats.org/officeDocument/2006/relationships/slide" Target="slides/slide17.xml"/><Relationship Id="rId44" Type="http://schemas.openxmlformats.org/officeDocument/2006/relationships/slide" Target="slides/slide30.xml"/><Relationship Id="rId52" Type="http://schemas.openxmlformats.org/officeDocument/2006/relationships/slide" Target="slides/slide38.xml"/><Relationship Id="rId60" Type="http://schemas.openxmlformats.org/officeDocument/2006/relationships/slide" Target="slides/slide46.xml"/><Relationship Id="rId65"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Master" Target="slideMasters/slideMaster9.xml"/><Relationship Id="rId13" Type="http://schemas.openxmlformats.org/officeDocument/2006/relationships/slideMaster" Target="slideMasters/slideMaster13.xml"/><Relationship Id="rId18" Type="http://schemas.openxmlformats.org/officeDocument/2006/relationships/slide" Target="slides/slide4.xml"/><Relationship Id="rId39" Type="http://schemas.openxmlformats.org/officeDocument/2006/relationships/slide" Target="slides/slide25.xml"/><Relationship Id="rId34" Type="http://schemas.openxmlformats.org/officeDocument/2006/relationships/slide" Target="slides/slide20.xml"/><Relationship Id="rId50" Type="http://schemas.openxmlformats.org/officeDocument/2006/relationships/slide" Target="slides/slide36.xml"/><Relationship Id="rId55"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806"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807"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808"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809"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10"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811"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7.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8.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9.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5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0.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1.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2.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0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0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0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0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3.xml"/></Relationships>
</file>

<file path=ppt/slideLayouts/_rels/slideLayout2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31" name="Group 6"/>
          <p:cNvGrpSpPr/>
          <p:nvPr/>
        </p:nvGrpSpPr>
        <p:grpSpPr>
          <a:xfrm>
            <a:off x="0" y="0"/>
            <a:ext cx="12192000" cy="6858000"/>
            <a:chOff x="0" y="0"/>
            <a:chExt cx="12192000" cy="6858000"/>
          </a:xfrm>
        </p:grpSpPr>
        <p:sp>
          <p:nvSpPr>
            <p:cNvPr id="1048591"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59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593"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1048594"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595"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5923F103-BC34-4FE4-A40E-EDDEECFDA5D0}" type="datetimeFigureOut">
              <a:rPr lang="en-US" dirty="0"/>
              <a:t>1/29/2026</a:t>
            </a:fld>
            <a:endParaRPr lang="en-US" dirty="0"/>
          </a:p>
        </p:txBody>
      </p:sp>
      <p:sp>
        <p:nvSpPr>
          <p:cNvPr id="1048596"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en-US" dirty="0"/>
          </a:p>
        </p:txBody>
      </p:sp>
      <p:sp>
        <p:nvSpPr>
          <p:cNvPr id="1048597"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598" name="Slide Number Placeholder 5"/>
          <p:cNvSpPr>
            <a:spLocks noGrp="1"/>
          </p:cNvSpPr>
          <p:nvPr>
            <p:ph type="sldNum" sz="quarter" idx="12"/>
          </p:nvPr>
        </p:nvSpPr>
        <p:spPr>
          <a:xfrm>
            <a:off x="10352540" y="295729"/>
            <a:ext cx="838199" cy="767687"/>
          </a:xfrm>
        </p:spPr>
        <p:txBody>
          <a:bodyPr/>
          <a:lstStyle/>
          <a:p>
            <a:fld id="{D57F1E4F-1CFF-5643-939E-217C01CDF56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01" name="Title 1"/>
          <p:cNvSpPr>
            <a:spLocks noGrp="1"/>
          </p:cNvSpPr>
          <p:nvPr>
            <p:ph type="title"/>
          </p:nvPr>
        </p:nvSpPr>
        <p:spPr/>
        <p:txBody>
          <a:bodyPr/>
          <a:lstStyle/>
          <a:p>
            <a:r>
              <a:rPr lang="en-US"/>
              <a:t>Click to edit Master title style</a:t>
            </a:r>
            <a:endParaRPr lang="en-US" dirty="0"/>
          </a:p>
        </p:txBody>
      </p:sp>
      <p:sp>
        <p:nvSpPr>
          <p:cNvPr id="1048602" name="Content Placeholder 2"/>
          <p:cNvSpPr>
            <a:spLocks noGrp="1"/>
          </p:cNvSpPr>
          <p:nvPr>
            <p:ph idx="1"/>
          </p:nvPr>
        </p:nvSpPr>
        <p:spPr>
          <a:xfrm>
            <a:off x="1154954" y="2603500"/>
            <a:ext cx="8825659" cy="34163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10"/>
          </p:nvPr>
        </p:nvSpPr>
        <p:spPr/>
        <p:txBody>
          <a:bodyPr/>
          <a:lstStyle/>
          <a:p>
            <a:fld id="{19C9CA7B-DFD4-44B5-8C60-D14B8CD1FB59}" type="datetimeFigureOut">
              <a:rPr lang="en-US" dirty="0"/>
              <a:t>1/29/2026</a:t>
            </a:fld>
            <a:endParaRPr lang="en-US" dirty="0"/>
          </a:p>
        </p:txBody>
      </p:sp>
      <p:sp>
        <p:nvSpPr>
          <p:cNvPr id="1048604" name="Footer Placeholder 4"/>
          <p:cNvSpPr>
            <a:spLocks noGrp="1"/>
          </p:cNvSpPr>
          <p:nvPr>
            <p:ph type="ftr" sz="quarter" idx="11"/>
          </p:nvPr>
        </p:nvSpPr>
        <p:spPr/>
        <p:txBody>
          <a:bodyPr/>
          <a:lstStyle/>
          <a:p>
            <a:endParaRPr lang="en-US" dirty="0"/>
          </a:p>
        </p:txBody>
      </p:sp>
      <p:sp>
        <p:nvSpPr>
          <p:cNvPr id="104860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56" name="Group 7"/>
          <p:cNvGrpSpPr/>
          <p:nvPr/>
        </p:nvGrpSpPr>
        <p:grpSpPr>
          <a:xfrm>
            <a:off x="0" y="0"/>
            <a:ext cx="12192000" cy="6858000"/>
            <a:chOff x="0" y="0"/>
            <a:chExt cx="12192000" cy="6858000"/>
          </a:xfrm>
        </p:grpSpPr>
        <p:sp>
          <p:nvSpPr>
            <p:cNvPr id="1048690"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691" name="Oval 16"/>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92" name="Oval 17"/>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93" name="Oval 18"/>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94" name="Oval 19"/>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95" name="Oval 20"/>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96"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048697"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48698"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699"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700" name="Title 1"/>
          <p:cNvSpPr>
            <a:spLocks noGrp="1"/>
          </p:cNvSpPr>
          <p:nvPr>
            <p:ph type="title"/>
          </p:nvPr>
        </p:nvSpPr>
        <p:spPr>
          <a:xfrm>
            <a:off x="1154954" y="2677645"/>
            <a:ext cx="4351025" cy="2283824"/>
          </a:xfrm>
        </p:spPr>
        <p:txBody>
          <a:bodyPr anchor="ctr"/>
          <a:lstStyle>
            <a:lvl1pPr algn="l">
              <a:defRPr sz="4000" b="0" cap="none"/>
            </a:lvl1pPr>
          </a:lstStyle>
          <a:p>
            <a:r>
              <a:rPr lang="en-US"/>
              <a:t>Click to edit Master title style</a:t>
            </a:r>
            <a:endParaRPr lang="en-US" dirty="0"/>
          </a:p>
        </p:txBody>
      </p:sp>
      <p:sp>
        <p:nvSpPr>
          <p:cNvPr id="1048701"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02" name="Date Placeholder 3"/>
          <p:cNvSpPr>
            <a:spLocks noGrp="1"/>
          </p:cNvSpPr>
          <p:nvPr>
            <p:ph type="dt" sz="half" idx="10"/>
          </p:nvPr>
        </p:nvSpPr>
        <p:spPr/>
        <p:txBody>
          <a:bodyPr/>
          <a:lstStyle/>
          <a:p>
            <a:fld id="{F34E6425-0181-43F2-84FC-787E803FD2F8}" type="datetimeFigureOut">
              <a:rPr lang="en-US" dirty="0"/>
              <a:t>1/29/2026</a:t>
            </a:fld>
            <a:endParaRPr lang="en-US" dirty="0"/>
          </a:p>
        </p:txBody>
      </p:sp>
      <p:sp>
        <p:nvSpPr>
          <p:cNvPr id="1048703" name="Footer Placeholder 4"/>
          <p:cNvSpPr>
            <a:spLocks noGrp="1"/>
          </p:cNvSpPr>
          <p:nvPr>
            <p:ph type="ftr" sz="quarter" idx="11"/>
          </p:nvPr>
        </p:nvSpPr>
        <p:spPr/>
        <p:txBody>
          <a:bodyPr/>
          <a:lstStyle/>
          <a:p>
            <a:endParaRPr lang="en-US" dirty="0"/>
          </a:p>
        </p:txBody>
      </p:sp>
      <p:sp>
        <p:nvSpPr>
          <p:cNvPr id="1048704"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70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68" name="Title 1"/>
          <p:cNvSpPr>
            <a:spLocks noGrp="1"/>
          </p:cNvSpPr>
          <p:nvPr>
            <p:ph type="title"/>
          </p:nvPr>
        </p:nvSpPr>
        <p:spPr/>
        <p:txBody>
          <a:bodyPr/>
          <a:lstStyle/>
          <a:p>
            <a:r>
              <a:rPr lang="en-US"/>
              <a:t>Click to edit Master title style</a:t>
            </a:r>
            <a:endParaRPr lang="en-US" dirty="0"/>
          </a:p>
        </p:txBody>
      </p:sp>
      <p:sp>
        <p:nvSpPr>
          <p:cNvPr id="1048769"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70"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71" name="Date Placeholder 4"/>
          <p:cNvSpPr>
            <a:spLocks noGrp="1"/>
          </p:cNvSpPr>
          <p:nvPr>
            <p:ph type="dt" sz="half" idx="10"/>
          </p:nvPr>
        </p:nvSpPr>
        <p:spPr/>
        <p:txBody>
          <a:bodyPr/>
          <a:lstStyle/>
          <a:p>
            <a:fld id="{3BDB8791-F1B0-41E7-B7FD-A781E65C4266}" type="datetimeFigureOut">
              <a:rPr lang="en-US" dirty="0"/>
              <a:t>1/29/2026</a:t>
            </a:fld>
            <a:endParaRPr lang="en-US" dirty="0"/>
          </a:p>
        </p:txBody>
      </p:sp>
      <p:sp>
        <p:nvSpPr>
          <p:cNvPr id="1048772" name="Footer Placeholder 5"/>
          <p:cNvSpPr>
            <a:spLocks noGrp="1"/>
          </p:cNvSpPr>
          <p:nvPr>
            <p:ph type="ftr" sz="quarter" idx="11"/>
          </p:nvPr>
        </p:nvSpPr>
        <p:spPr/>
        <p:txBody>
          <a:bodyPr/>
          <a:lstStyle/>
          <a:p>
            <a:endParaRPr lang="en-US" dirty="0"/>
          </a:p>
        </p:txBody>
      </p:sp>
      <p:sp>
        <p:nvSpPr>
          <p:cNvPr id="1048773"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706" name="Title 1"/>
          <p:cNvSpPr>
            <a:spLocks noGrp="1"/>
          </p:cNvSpPr>
          <p:nvPr>
            <p:ph type="title"/>
          </p:nvPr>
        </p:nvSpPr>
        <p:spPr/>
        <p:txBody>
          <a:bodyPr/>
          <a:lstStyle/>
          <a:p>
            <a:r>
              <a:rPr lang="en-US"/>
              <a:t>Click to edit Master title style</a:t>
            </a:r>
            <a:endParaRPr lang="en-US" dirty="0"/>
          </a:p>
        </p:txBody>
      </p:sp>
      <p:sp>
        <p:nvSpPr>
          <p:cNvPr id="1048707"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8"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9"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10"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11" name="Date Placeholder 6"/>
          <p:cNvSpPr>
            <a:spLocks noGrp="1"/>
          </p:cNvSpPr>
          <p:nvPr>
            <p:ph type="dt" sz="half" idx="10"/>
          </p:nvPr>
        </p:nvSpPr>
        <p:spPr/>
        <p:txBody>
          <a:bodyPr/>
          <a:lstStyle/>
          <a:p>
            <a:fld id="{5FDD63B2-E120-4ED8-B27B-C685F510A5FE}" type="datetimeFigureOut">
              <a:rPr lang="en-US" dirty="0"/>
              <a:t>1/29/2026</a:t>
            </a:fld>
            <a:endParaRPr lang="en-US" dirty="0"/>
          </a:p>
        </p:txBody>
      </p:sp>
      <p:sp>
        <p:nvSpPr>
          <p:cNvPr id="1048712" name="Footer Placeholder 7"/>
          <p:cNvSpPr>
            <a:spLocks noGrp="1"/>
          </p:cNvSpPr>
          <p:nvPr>
            <p:ph type="ftr" sz="quarter" idx="11"/>
          </p:nvPr>
        </p:nvSpPr>
        <p:spPr/>
        <p:txBody>
          <a:bodyPr/>
          <a:lstStyle/>
          <a:p>
            <a:endParaRPr lang="en-US" dirty="0"/>
          </a:p>
        </p:txBody>
      </p:sp>
      <p:sp>
        <p:nvSpPr>
          <p:cNvPr id="1048713"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26" name="Title 1"/>
          <p:cNvSpPr>
            <a:spLocks noGrp="1"/>
          </p:cNvSpPr>
          <p:nvPr>
            <p:ph type="title"/>
          </p:nvPr>
        </p:nvSpPr>
        <p:spPr>
          <a:xfrm>
            <a:off x="1154954" y="973668"/>
            <a:ext cx="8761413" cy="706964"/>
          </a:xfrm>
        </p:spPr>
        <p:txBody>
          <a:bodyPr/>
          <a:lstStyle/>
          <a:p>
            <a:r>
              <a:rPr lang="en-US"/>
              <a:t>Click to edit Master title style</a:t>
            </a:r>
            <a:endParaRPr lang="en-US" dirty="0"/>
          </a:p>
        </p:txBody>
      </p:sp>
      <p:sp>
        <p:nvSpPr>
          <p:cNvPr id="1048627" name="Date Placeholder 2"/>
          <p:cNvSpPr>
            <a:spLocks noGrp="1"/>
          </p:cNvSpPr>
          <p:nvPr>
            <p:ph type="dt" sz="half" idx="10"/>
          </p:nvPr>
        </p:nvSpPr>
        <p:spPr/>
        <p:txBody>
          <a:bodyPr/>
          <a:lstStyle/>
          <a:p>
            <a:fld id="{7AA18ACC-A947-437B-A130-35BD54FDF1E9}" type="datetimeFigureOut">
              <a:rPr lang="en-US" dirty="0"/>
              <a:t>1/29/2026</a:t>
            </a:fld>
            <a:endParaRPr lang="en-US" dirty="0"/>
          </a:p>
        </p:txBody>
      </p:sp>
      <p:sp>
        <p:nvSpPr>
          <p:cNvPr id="1048628" name="Footer Placeholder 3"/>
          <p:cNvSpPr>
            <a:spLocks noGrp="1"/>
          </p:cNvSpPr>
          <p:nvPr>
            <p:ph type="ftr" sz="quarter" idx="11"/>
          </p:nvPr>
        </p:nvSpPr>
        <p:spPr/>
        <p:txBody>
          <a:bodyPr/>
          <a:lstStyle/>
          <a:p>
            <a:endParaRPr lang="en-US" dirty="0"/>
          </a:p>
        </p:txBody>
      </p:sp>
      <p:sp>
        <p:nvSpPr>
          <p:cNvPr id="1048629"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48714" name="Date Placeholder 1"/>
          <p:cNvSpPr>
            <a:spLocks noGrp="1"/>
          </p:cNvSpPr>
          <p:nvPr>
            <p:ph type="dt" sz="half" idx="10"/>
          </p:nvPr>
        </p:nvSpPr>
        <p:spPr/>
        <p:txBody>
          <a:bodyPr/>
          <a:lstStyle/>
          <a:p>
            <a:fld id="{7C8D7E02-BCB8-4D50-A234-369438C08659}" type="datetimeFigureOut">
              <a:rPr lang="en-US" dirty="0"/>
              <a:t>1/29/2026</a:t>
            </a:fld>
            <a:endParaRPr lang="en-US" dirty="0"/>
          </a:p>
        </p:txBody>
      </p:sp>
      <p:sp>
        <p:nvSpPr>
          <p:cNvPr id="1048715" name="Footer Placeholder 2"/>
          <p:cNvSpPr>
            <a:spLocks noGrp="1"/>
          </p:cNvSpPr>
          <p:nvPr>
            <p:ph type="ftr" sz="quarter" idx="11"/>
          </p:nvPr>
        </p:nvSpPr>
        <p:spPr/>
        <p:txBody>
          <a:bodyPr/>
          <a:lstStyle/>
          <a:p>
            <a:endParaRPr lang="en-US" dirty="0"/>
          </a:p>
        </p:txBody>
      </p:sp>
      <p:sp>
        <p:nvSpPr>
          <p:cNvPr id="1048716"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717"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68" name="Group 8"/>
          <p:cNvGrpSpPr/>
          <p:nvPr/>
        </p:nvGrpSpPr>
        <p:grpSpPr>
          <a:xfrm>
            <a:off x="0" y="0"/>
            <a:ext cx="12192000" cy="6858000"/>
            <a:chOff x="0" y="0"/>
            <a:chExt cx="12192000" cy="6858000"/>
          </a:xfrm>
        </p:grpSpPr>
        <p:sp>
          <p:nvSpPr>
            <p:cNvPr id="104878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785" name="Oval 16"/>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86" name="Oval 18"/>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87" name="Oval 19"/>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88" name="Oval 20"/>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89" name="Oval 21"/>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90"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048791"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79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4879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794" name="Title 1"/>
          <p:cNvSpPr>
            <a:spLocks noGrp="1"/>
          </p:cNvSpPr>
          <p:nvPr>
            <p:ph type="title"/>
          </p:nvPr>
        </p:nvSpPr>
        <p:spPr>
          <a:xfrm>
            <a:off x="1154955" y="1295400"/>
            <a:ext cx="2793158" cy="1600200"/>
          </a:xfrm>
        </p:spPr>
        <p:txBody>
          <a:bodyPr anchor="b"/>
          <a:lstStyle>
            <a:lvl1pPr algn="l">
              <a:defRPr sz="2400" b="0"/>
            </a:lvl1pPr>
          </a:lstStyle>
          <a:p>
            <a:r>
              <a:rPr lang="en-US"/>
              <a:t>Click to edit Master title style</a:t>
            </a:r>
            <a:endParaRPr lang="en-US" dirty="0"/>
          </a:p>
        </p:txBody>
      </p:sp>
      <p:sp>
        <p:nvSpPr>
          <p:cNvPr id="1048795" name="Content Placeholder 2"/>
          <p:cNvSpPr>
            <a:spLocks noGrp="1"/>
          </p:cNvSpPr>
          <p:nvPr>
            <p:ph idx="1"/>
          </p:nvPr>
        </p:nvSpPr>
        <p:spPr>
          <a:xfrm>
            <a:off x="5781146" y="1447800"/>
            <a:ext cx="5190066"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96"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97" name="Date Placeholder 4"/>
          <p:cNvSpPr>
            <a:spLocks noGrp="1"/>
          </p:cNvSpPr>
          <p:nvPr>
            <p:ph type="dt" sz="half" idx="10"/>
          </p:nvPr>
        </p:nvSpPr>
        <p:spPr/>
        <p:txBody>
          <a:bodyPr/>
          <a:lstStyle/>
          <a:p>
            <a:fld id="{76E86A4C-8E40-4F87-A4F0-01A0687C5742}" type="datetimeFigureOut">
              <a:rPr lang="en-US" dirty="0"/>
              <a:t>1/29/2026</a:t>
            </a:fld>
            <a:endParaRPr lang="en-US" dirty="0"/>
          </a:p>
        </p:txBody>
      </p:sp>
      <p:sp>
        <p:nvSpPr>
          <p:cNvPr id="1048798" name="Footer Placeholder 5"/>
          <p:cNvSpPr>
            <a:spLocks noGrp="1"/>
          </p:cNvSpPr>
          <p:nvPr>
            <p:ph type="ftr" sz="quarter" idx="11"/>
          </p:nvPr>
        </p:nvSpPr>
        <p:spPr/>
        <p:txBody>
          <a:bodyPr/>
          <a:lstStyle/>
          <a:p>
            <a:endParaRPr lang="en-US" dirty="0"/>
          </a:p>
        </p:txBody>
      </p:sp>
      <p:sp>
        <p:nvSpPr>
          <p:cNvPr id="1048799"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800"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53" name="Group 8"/>
          <p:cNvGrpSpPr/>
          <p:nvPr/>
        </p:nvGrpSpPr>
        <p:grpSpPr>
          <a:xfrm>
            <a:off x="0" y="0"/>
            <a:ext cx="12192000" cy="6858000"/>
            <a:chOff x="0" y="0"/>
            <a:chExt cx="12192000" cy="6858000"/>
          </a:xfrm>
        </p:grpSpPr>
        <p:sp>
          <p:nvSpPr>
            <p:cNvPr id="1048660"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661" name="Oval 16"/>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62" name="Oval 17"/>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63" name="Oval 18"/>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64" name="Oval 19"/>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65" name="Oval 20"/>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66"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048667"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668"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48669"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670" name="Title 1"/>
          <p:cNvSpPr>
            <a:spLocks noGrp="1"/>
          </p:cNvSpPr>
          <p:nvPr>
            <p:ph type="title"/>
          </p:nvPr>
        </p:nvSpPr>
        <p:spPr>
          <a:xfrm>
            <a:off x="1154955" y="1693333"/>
            <a:ext cx="3865134" cy="1735667"/>
          </a:xfrm>
        </p:spPr>
        <p:txBody>
          <a:bodyPr anchor="b">
            <a:normAutofit/>
          </a:bodyPr>
          <a:lstStyle>
            <a:lvl1pPr algn="l">
              <a:defRPr sz="3600" b="0"/>
            </a:lvl1pPr>
          </a:lstStyle>
          <a:p>
            <a:r>
              <a:rPr lang="en-US"/>
              <a:t>Click to edit Master title style</a:t>
            </a:r>
            <a:endParaRPr lang="en-US" dirty="0"/>
          </a:p>
        </p:txBody>
      </p:sp>
      <p:sp>
        <p:nvSpPr>
          <p:cNvPr id="1048671"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n-US"/>
              <a:t>Click icon to add picture</a:t>
            </a:r>
            <a:endParaRPr lang="en-US" dirty="0"/>
          </a:p>
        </p:txBody>
      </p:sp>
      <p:sp>
        <p:nvSpPr>
          <p:cNvPr id="1048672"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73" name="Date Placeholder 4"/>
          <p:cNvSpPr>
            <a:spLocks noGrp="1"/>
          </p:cNvSpPr>
          <p:nvPr>
            <p:ph type="dt" sz="half" idx="10"/>
          </p:nvPr>
        </p:nvSpPr>
        <p:spPr/>
        <p:txBody>
          <a:bodyPr/>
          <a:lstStyle/>
          <a:p>
            <a:fld id="{35E72C73-2D91-4E12-BA25-F0AA0C03599B}" type="datetimeFigureOut">
              <a:rPr lang="en-US" dirty="0"/>
              <a:t>1/29/2026</a:t>
            </a:fld>
            <a:endParaRPr lang="en-US" dirty="0"/>
          </a:p>
        </p:txBody>
      </p:sp>
      <p:sp>
        <p:nvSpPr>
          <p:cNvPr id="1048674" name="Footer Placeholder 5"/>
          <p:cNvSpPr>
            <a:spLocks noGrp="1"/>
          </p:cNvSpPr>
          <p:nvPr>
            <p:ph type="ftr" sz="quarter" idx="11"/>
          </p:nvPr>
        </p:nvSpPr>
        <p:spPr/>
        <p:txBody>
          <a:bodyPr/>
          <a:lstStyle/>
          <a:p>
            <a:endParaRPr lang="en-US" dirty="0"/>
          </a:p>
        </p:txBody>
      </p:sp>
      <p:sp>
        <p:nvSpPr>
          <p:cNvPr id="1048675"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676"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64" name="Group 8"/>
          <p:cNvGrpSpPr/>
          <p:nvPr/>
        </p:nvGrpSpPr>
        <p:grpSpPr>
          <a:xfrm>
            <a:off x="0" y="0"/>
            <a:ext cx="12192000" cy="6858000"/>
            <a:chOff x="0" y="0"/>
            <a:chExt cx="12192000" cy="6858000"/>
          </a:xfrm>
        </p:grpSpPr>
        <p:sp>
          <p:nvSpPr>
            <p:cNvPr id="1048752"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753" name="Oval 16"/>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54" name="Oval 17"/>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55" name="Oval 18"/>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56" name="Oval 19"/>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57" name="Oval 20"/>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58"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759"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04876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761" name="Title 1"/>
          <p:cNvSpPr>
            <a:spLocks noGrp="1"/>
          </p:cNvSpPr>
          <p:nvPr>
            <p:ph type="title"/>
          </p:nvPr>
        </p:nvSpPr>
        <p:spPr>
          <a:xfrm>
            <a:off x="1154954" y="4969927"/>
            <a:ext cx="8825659" cy="566738"/>
          </a:xfrm>
        </p:spPr>
        <p:txBody>
          <a:bodyPr anchor="b">
            <a:normAutofit/>
          </a:bodyPr>
          <a:lstStyle>
            <a:lvl1pPr algn="l">
              <a:defRPr sz="2400" b="0"/>
            </a:lvl1pPr>
          </a:lstStyle>
          <a:p>
            <a:r>
              <a:rPr lang="en-US"/>
              <a:t>Click to edit Master title style</a:t>
            </a:r>
            <a:endParaRPr lang="en-US" dirty="0"/>
          </a:p>
        </p:txBody>
      </p:sp>
      <p:sp>
        <p:nvSpPr>
          <p:cNvPr id="1048762"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763"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64" name="Date Placeholder 4"/>
          <p:cNvSpPr>
            <a:spLocks noGrp="1"/>
          </p:cNvSpPr>
          <p:nvPr>
            <p:ph type="dt" sz="half" idx="10"/>
          </p:nvPr>
        </p:nvSpPr>
        <p:spPr/>
        <p:txBody>
          <a:bodyPr/>
          <a:lstStyle/>
          <a:p>
            <a:fld id="{923A1CC3-2375-41D4-9E03-427CAF2A4C1A}" type="datetimeFigureOut">
              <a:rPr lang="en-US" dirty="0"/>
              <a:t>1/29/2026</a:t>
            </a:fld>
            <a:endParaRPr lang="en-US" dirty="0"/>
          </a:p>
        </p:txBody>
      </p:sp>
      <p:sp>
        <p:nvSpPr>
          <p:cNvPr id="1048765" name="Footer Placeholder 5"/>
          <p:cNvSpPr>
            <a:spLocks noGrp="1"/>
          </p:cNvSpPr>
          <p:nvPr>
            <p:ph type="ftr" sz="quarter" idx="11"/>
          </p:nvPr>
        </p:nvSpPr>
        <p:spPr/>
        <p:txBody>
          <a:bodyPr/>
          <a:lstStyle/>
          <a:p>
            <a:endParaRPr lang="en-US" dirty="0"/>
          </a:p>
        </p:txBody>
      </p:sp>
      <p:sp>
        <p:nvSpPr>
          <p:cNvPr id="104876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76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51" name="Group 6"/>
          <p:cNvGrpSpPr/>
          <p:nvPr/>
        </p:nvGrpSpPr>
        <p:grpSpPr>
          <a:xfrm>
            <a:off x="0" y="0"/>
            <a:ext cx="12192000" cy="6858000"/>
            <a:chOff x="0" y="0"/>
            <a:chExt cx="12192000" cy="6858000"/>
          </a:xfrm>
        </p:grpSpPr>
        <p:sp>
          <p:nvSpPr>
            <p:cNvPr id="1048645"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646" name="Oval 13"/>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47" name="Oval 14"/>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48" name="Oval 15"/>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49" name="Oval 17"/>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50" name="Oval 18"/>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51"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652"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04865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654"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1048655"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56" name="Date Placeholder 3"/>
          <p:cNvSpPr>
            <a:spLocks noGrp="1"/>
          </p:cNvSpPr>
          <p:nvPr>
            <p:ph type="dt" sz="half" idx="10"/>
          </p:nvPr>
        </p:nvSpPr>
        <p:spPr/>
        <p:txBody>
          <a:bodyPr/>
          <a:lstStyle/>
          <a:p>
            <a:fld id="{AFF16868-8199-4C2C-A5B1-63AEE139F88E}" type="datetimeFigureOut">
              <a:rPr lang="en-US" dirty="0"/>
              <a:t>1/29/2026</a:t>
            </a:fld>
            <a:endParaRPr lang="en-US" dirty="0"/>
          </a:p>
        </p:txBody>
      </p:sp>
      <p:sp>
        <p:nvSpPr>
          <p:cNvPr id="1048657" name="Footer Placeholder 4"/>
          <p:cNvSpPr>
            <a:spLocks noGrp="1"/>
          </p:cNvSpPr>
          <p:nvPr>
            <p:ph type="ftr" sz="quarter" idx="11"/>
          </p:nvPr>
        </p:nvSpPr>
        <p:spPr/>
        <p:txBody>
          <a:bodyPr/>
          <a:lstStyle/>
          <a:p>
            <a:endParaRPr lang="en-US" dirty="0"/>
          </a:p>
        </p:txBody>
      </p:sp>
      <p:sp>
        <p:nvSpPr>
          <p:cNvPr id="1048658"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65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62" name="Group 2"/>
          <p:cNvGrpSpPr/>
          <p:nvPr/>
        </p:nvGrpSpPr>
        <p:grpSpPr>
          <a:xfrm>
            <a:off x="0" y="0"/>
            <a:ext cx="12192000" cy="6858000"/>
            <a:chOff x="0" y="0"/>
            <a:chExt cx="12192000" cy="6858000"/>
          </a:xfrm>
        </p:grpSpPr>
        <p:sp>
          <p:nvSpPr>
            <p:cNvPr id="1048734"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735" name="Oval 19"/>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36" name="Oval 21"/>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37" name="Oval 22"/>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38" name="Oval 23"/>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39" name="Oval 24"/>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40"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741"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4874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743" name="TextBox 15"/>
          <p:cNvSpPr txBox="1"/>
          <p:nvPr/>
        </p:nvSpPr>
        <p:spPr bwMode="gray">
          <a:xfrm>
            <a:off x="881566" y="607336"/>
            <a:ext cx="801912" cy="151384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048744" name="TextBox 12"/>
          <p:cNvSpPr txBox="1"/>
          <p:nvPr/>
        </p:nvSpPr>
        <p:spPr bwMode="gray">
          <a:xfrm>
            <a:off x="9884458" y="2613787"/>
            <a:ext cx="652763" cy="151384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048745" name="Title 1"/>
          <p:cNvSpPr>
            <a:spLocks noGrp="1"/>
          </p:cNvSpPr>
          <p:nvPr>
            <p:ph type="title"/>
          </p:nvPr>
        </p:nvSpPr>
        <p:spPr>
          <a:xfrm>
            <a:off x="1581878" y="982134"/>
            <a:ext cx="8453906" cy="2696632"/>
          </a:xfrm>
        </p:spPr>
        <p:txBody>
          <a:bodyPr/>
          <a:lstStyle>
            <a:lvl1pPr>
              <a:defRPr sz="4000"/>
            </a:lvl1pPr>
          </a:lstStyle>
          <a:p>
            <a:r>
              <a:rPr lang="en-US"/>
              <a:t>Click to edit Master title style</a:t>
            </a:r>
            <a:endParaRPr lang="en-US" dirty="0"/>
          </a:p>
        </p:txBody>
      </p:sp>
      <p:sp>
        <p:nvSpPr>
          <p:cNvPr id="1048746"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7"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8" name="Date Placeholder 3"/>
          <p:cNvSpPr>
            <a:spLocks noGrp="1"/>
          </p:cNvSpPr>
          <p:nvPr>
            <p:ph type="dt" sz="half" idx="10"/>
          </p:nvPr>
        </p:nvSpPr>
        <p:spPr/>
        <p:txBody>
          <a:bodyPr/>
          <a:lstStyle/>
          <a:p>
            <a:fld id="{AAD9FF7F-6988-44CC-821B-644E70CD2F73}" type="datetimeFigureOut">
              <a:rPr lang="en-US" dirty="0"/>
              <a:t>1/29/2026</a:t>
            </a:fld>
            <a:endParaRPr lang="en-US" dirty="0"/>
          </a:p>
        </p:txBody>
      </p:sp>
      <p:sp>
        <p:nvSpPr>
          <p:cNvPr id="1048749" name="Footer Placeholder 4"/>
          <p:cNvSpPr>
            <a:spLocks noGrp="1"/>
          </p:cNvSpPr>
          <p:nvPr>
            <p:ph type="ftr" sz="quarter" idx="11"/>
          </p:nvPr>
        </p:nvSpPr>
        <p:spPr/>
        <p:txBody>
          <a:bodyPr/>
          <a:lstStyle/>
          <a:p>
            <a:endParaRPr lang="en-US" dirty="0"/>
          </a:p>
        </p:txBody>
      </p:sp>
      <p:sp>
        <p:nvSpPr>
          <p:cNvPr id="1048750"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75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49" name="Group 8"/>
          <p:cNvGrpSpPr/>
          <p:nvPr/>
        </p:nvGrpSpPr>
        <p:grpSpPr>
          <a:xfrm>
            <a:off x="0" y="0"/>
            <a:ext cx="12192000" cy="6858000"/>
            <a:chOff x="0" y="0"/>
            <a:chExt cx="12192000" cy="6858000"/>
          </a:xfrm>
        </p:grpSpPr>
        <p:sp>
          <p:nvSpPr>
            <p:cNvPr id="1048630"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631" name="Oval 14"/>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32" name="Oval 15"/>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33" name="Oval 16"/>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34" name="Oval 17"/>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35" name="Oval 18"/>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636"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637"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4863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639"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1048640"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41" name="Date Placeholder 3"/>
          <p:cNvSpPr>
            <a:spLocks noGrp="1"/>
          </p:cNvSpPr>
          <p:nvPr>
            <p:ph type="dt" sz="half" idx="10"/>
          </p:nvPr>
        </p:nvSpPr>
        <p:spPr/>
        <p:txBody>
          <a:bodyPr/>
          <a:lstStyle/>
          <a:p>
            <a:fld id="{5C12C299-16B2-4475-990D-751901EACC14}" type="datetimeFigureOut">
              <a:rPr lang="en-US" dirty="0"/>
              <a:t>1/29/2026</a:t>
            </a:fld>
            <a:endParaRPr lang="en-US" dirty="0"/>
          </a:p>
        </p:txBody>
      </p:sp>
      <p:sp>
        <p:nvSpPr>
          <p:cNvPr id="1048642" name="Footer Placeholder 4"/>
          <p:cNvSpPr>
            <a:spLocks noGrp="1"/>
          </p:cNvSpPr>
          <p:nvPr>
            <p:ph type="ftr" sz="quarter" idx="11"/>
          </p:nvPr>
        </p:nvSpPr>
        <p:spPr/>
        <p:txBody>
          <a:bodyPr/>
          <a:lstStyle/>
          <a:p>
            <a:endParaRPr lang="en-US" dirty="0"/>
          </a:p>
        </p:txBody>
      </p:sp>
      <p:sp>
        <p:nvSpPr>
          <p:cNvPr id="1048643"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64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048774"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1048775"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7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77"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78"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79"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8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3145730" name="Straight Connector 16"/>
          <p:cNvCxnSpPr>
            <a:cxnSpLocks/>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3145731" name="Straight Connector 17"/>
          <p:cNvCxnSpPr>
            <a:cxnSpLocks/>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1048781" name="Date Placeholder 6"/>
          <p:cNvSpPr>
            <a:spLocks noGrp="1"/>
          </p:cNvSpPr>
          <p:nvPr>
            <p:ph type="dt" sz="half" idx="10"/>
          </p:nvPr>
        </p:nvSpPr>
        <p:spPr/>
        <p:txBody>
          <a:bodyPr/>
          <a:lstStyle/>
          <a:p>
            <a:fld id="{9FE86839-B9D8-4651-8783-F325ECE74E65}" type="datetimeFigureOut">
              <a:rPr lang="en-US" dirty="0"/>
              <a:t>1/29/2026</a:t>
            </a:fld>
            <a:endParaRPr lang="en-US" dirty="0"/>
          </a:p>
        </p:txBody>
      </p:sp>
      <p:sp>
        <p:nvSpPr>
          <p:cNvPr id="1048782" name="Footer Placeholder 7"/>
          <p:cNvSpPr>
            <a:spLocks noGrp="1"/>
          </p:cNvSpPr>
          <p:nvPr>
            <p:ph type="ftr" sz="quarter" idx="11"/>
          </p:nvPr>
        </p:nvSpPr>
        <p:spPr/>
        <p:txBody>
          <a:bodyPr/>
          <a:lstStyle/>
          <a:p>
            <a:endParaRPr lang="en-US" dirty="0"/>
          </a:p>
        </p:txBody>
      </p:sp>
      <p:sp>
        <p:nvSpPr>
          <p:cNvPr id="1048783"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1048677"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1048678"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67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0"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1"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682"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685"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6"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3145728" name="Straight Connector 42"/>
          <p:cNvCxnSpPr>
            <a:cxnSpLocks/>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3145729" name="Straight Connector 43"/>
          <p:cNvCxnSpPr>
            <a:cxnSpLocks/>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1048687" name="Date Placeholder 6"/>
          <p:cNvSpPr>
            <a:spLocks noGrp="1"/>
          </p:cNvSpPr>
          <p:nvPr>
            <p:ph type="dt" sz="half" idx="10"/>
          </p:nvPr>
        </p:nvSpPr>
        <p:spPr/>
        <p:txBody>
          <a:bodyPr/>
          <a:lstStyle/>
          <a:p>
            <a:fld id="{FD484F64-32F6-45C5-931F-ADC1662401D0}" type="datetimeFigureOut">
              <a:rPr lang="en-US" dirty="0"/>
              <a:t>1/29/2026</a:t>
            </a:fld>
            <a:endParaRPr lang="en-US" dirty="0"/>
          </a:p>
        </p:txBody>
      </p:sp>
      <p:sp>
        <p:nvSpPr>
          <p:cNvPr id="1048688" name="Footer Placeholder 7"/>
          <p:cNvSpPr>
            <a:spLocks noGrp="1"/>
          </p:cNvSpPr>
          <p:nvPr>
            <p:ph type="ftr" sz="quarter" idx="11"/>
          </p:nvPr>
        </p:nvSpPr>
        <p:spPr>
          <a:xfrm>
            <a:off x="561111" y="6391838"/>
            <a:ext cx="3644282" cy="304801"/>
          </a:xfrm>
        </p:spPr>
        <p:txBody>
          <a:bodyPr/>
          <a:lstStyle/>
          <a:p>
            <a:endParaRPr lang="en-US" dirty="0"/>
          </a:p>
        </p:txBody>
      </p:sp>
      <p:sp>
        <p:nvSpPr>
          <p:cNvPr id="1048689"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801" name="Title 1"/>
          <p:cNvSpPr>
            <a:spLocks noGrp="1"/>
          </p:cNvSpPr>
          <p:nvPr>
            <p:ph type="title"/>
          </p:nvPr>
        </p:nvSpPr>
        <p:spPr>
          <a:xfrm>
            <a:off x="1154954" y="973668"/>
            <a:ext cx="8825659" cy="706964"/>
          </a:xfrm>
        </p:spPr>
        <p:txBody>
          <a:bodyPr/>
          <a:lstStyle/>
          <a:p>
            <a:r>
              <a:rPr lang="en-US"/>
              <a:t>Click to edit Master title style</a:t>
            </a:r>
            <a:endParaRPr lang="en-US" dirty="0"/>
          </a:p>
        </p:txBody>
      </p:sp>
      <p:sp>
        <p:nvSpPr>
          <p:cNvPr id="1048802" name="Vertical Text Placeholder 2"/>
          <p:cNvSpPr>
            <a:spLocks noGrp="1"/>
          </p:cNvSpPr>
          <p:nvPr>
            <p:ph type="body" orient="vert" idx="1"/>
          </p:nvPr>
        </p:nvSpPr>
        <p:spPr>
          <a:xfrm>
            <a:off x="1154954" y="2603500"/>
            <a:ext cx="8825659" cy="3416300"/>
          </a:xfrm>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803" name="Date Placeholder 3"/>
          <p:cNvSpPr>
            <a:spLocks noGrp="1"/>
          </p:cNvSpPr>
          <p:nvPr>
            <p:ph type="dt" sz="half" idx="10"/>
          </p:nvPr>
        </p:nvSpPr>
        <p:spPr>
          <a:xfrm>
            <a:off x="10695439" y="6391838"/>
            <a:ext cx="990599" cy="304799"/>
          </a:xfrm>
        </p:spPr>
        <p:txBody>
          <a:bodyPr/>
          <a:lstStyle/>
          <a:p>
            <a:fld id="{53086D93-FCAC-47E0-A2EE-787E62CA814C}" type="datetimeFigureOut">
              <a:rPr lang="en-US" dirty="0"/>
              <a:t>1/29/2026</a:t>
            </a:fld>
            <a:endParaRPr lang="en-US" dirty="0"/>
          </a:p>
        </p:txBody>
      </p:sp>
      <p:sp>
        <p:nvSpPr>
          <p:cNvPr id="1048804" name="Footer Placeholder 4"/>
          <p:cNvSpPr>
            <a:spLocks noGrp="1"/>
          </p:cNvSpPr>
          <p:nvPr>
            <p:ph type="ftr" sz="quarter" idx="11"/>
          </p:nvPr>
        </p:nvSpPr>
        <p:spPr/>
        <p:txBody>
          <a:bodyPr/>
          <a:lstStyle/>
          <a:p>
            <a:endParaRPr lang="en-US" dirty="0"/>
          </a:p>
        </p:txBody>
      </p:sp>
      <p:sp>
        <p:nvSpPr>
          <p:cNvPr id="104880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60" name="Group 8"/>
          <p:cNvGrpSpPr/>
          <p:nvPr/>
        </p:nvGrpSpPr>
        <p:grpSpPr>
          <a:xfrm>
            <a:off x="0" y="0"/>
            <a:ext cx="12192000" cy="6858000"/>
            <a:chOff x="0" y="0"/>
            <a:chExt cx="12192000" cy="6858000"/>
          </a:xfrm>
        </p:grpSpPr>
        <p:sp>
          <p:nvSpPr>
            <p:cNvPr id="1048718"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719" name="Oval 14"/>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20" name="Oval 15"/>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21" name="Oval 17"/>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22" name="Oval 18"/>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23" name="Oval 19"/>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724"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048725"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726"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48727"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728" name="Vertical Title 1"/>
          <p:cNvSpPr>
            <a:spLocks noGrp="1"/>
          </p:cNvSpPr>
          <p:nvPr>
            <p:ph type="title" orient="vert"/>
          </p:nvPr>
        </p:nvSpPr>
        <p:spPr>
          <a:xfrm>
            <a:off x="8585235" y="1278467"/>
            <a:ext cx="1409965" cy="4748590"/>
          </a:xfrm>
        </p:spPr>
        <p:txBody>
          <a:bodyPr vert="eaVert" anchor="b" anchorCtr="0"/>
          <a:lstStyle/>
          <a:p>
            <a:r>
              <a:rPr lang="en-US"/>
              <a:t>Click to edit Master title style</a:t>
            </a:r>
            <a:endParaRPr lang="en-US" dirty="0"/>
          </a:p>
        </p:txBody>
      </p:sp>
      <p:sp>
        <p:nvSpPr>
          <p:cNvPr id="1048729" name="Vertical Text Placeholder 2"/>
          <p:cNvSpPr>
            <a:spLocks noGrp="1"/>
          </p:cNvSpPr>
          <p:nvPr>
            <p:ph type="body" orient="vert" idx="1"/>
          </p:nvPr>
        </p:nvSpPr>
        <p:spPr>
          <a:xfrm>
            <a:off x="1154954" y="1278467"/>
            <a:ext cx="6256025"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0" name="Date Placeholder 3"/>
          <p:cNvSpPr>
            <a:spLocks noGrp="1"/>
          </p:cNvSpPr>
          <p:nvPr>
            <p:ph type="dt" sz="half" idx="10"/>
          </p:nvPr>
        </p:nvSpPr>
        <p:spPr>
          <a:xfrm>
            <a:off x="10653104" y="6391838"/>
            <a:ext cx="992135" cy="304799"/>
          </a:xfrm>
        </p:spPr>
        <p:txBody>
          <a:bodyPr/>
          <a:lstStyle/>
          <a:p>
            <a:fld id="{CDA879A6-0FD0-4734-A311-86BFCA472E6E}" type="datetimeFigureOut">
              <a:rPr lang="en-US" dirty="0"/>
              <a:t>1/29/2026</a:t>
            </a:fld>
            <a:endParaRPr lang="en-US" dirty="0"/>
          </a:p>
        </p:txBody>
      </p:sp>
      <p:sp>
        <p:nvSpPr>
          <p:cNvPr id="1048731" name="Footer Placeholder 4"/>
          <p:cNvSpPr>
            <a:spLocks noGrp="1"/>
          </p:cNvSpPr>
          <p:nvPr>
            <p:ph type="ftr" sz="quarter" idx="11"/>
          </p:nvPr>
        </p:nvSpPr>
        <p:spPr/>
        <p:txBody>
          <a:bodyPr/>
          <a:lstStyle/>
          <a:p>
            <a:endParaRPr lang="en-US" dirty="0"/>
          </a:p>
        </p:txBody>
      </p:sp>
      <p:sp>
        <p:nvSpPr>
          <p:cNvPr id="1048732"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73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71" name="Group 6"/>
          <p:cNvGrpSpPr/>
          <p:nvPr/>
        </p:nvGrpSpPr>
        <p:grpSpPr>
          <a:xfrm>
            <a:off x="-16934" y="0"/>
            <a:ext cx="12231160" cy="6856214"/>
            <a:chOff x="-16934" y="0"/>
            <a:chExt cx="12231160" cy="6856214"/>
          </a:xfrm>
        </p:grpSpPr>
        <p:pic>
          <p:nvPicPr>
            <p:cNvPr id="2097158"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8942"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159"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160"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8943"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8944"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945"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8946" name="Footer Placeholder 4"/>
          <p:cNvSpPr>
            <a:spLocks noGrp="1"/>
          </p:cNvSpPr>
          <p:nvPr>
            <p:ph type="ftr" sz="quarter" idx="11"/>
          </p:nvPr>
        </p:nvSpPr>
        <p:spPr>
          <a:xfrm>
            <a:off x="2692397" y="5037663"/>
            <a:ext cx="5214635" cy="279400"/>
          </a:xfrm>
        </p:spPr>
        <p:txBody>
          <a:bodyPr/>
          <a:lstStyle/>
          <a:p>
            <a:endParaRPr lang="en-US" dirty="0"/>
          </a:p>
        </p:txBody>
      </p:sp>
      <p:sp>
        <p:nvSpPr>
          <p:cNvPr id="1048947"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744"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739"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8903" name="Title 1"/>
          <p:cNvSpPr>
            <a:spLocks noGrp="1"/>
          </p:cNvSpPr>
          <p:nvPr>
            <p:ph type="title"/>
          </p:nvPr>
        </p:nvSpPr>
        <p:spPr/>
        <p:txBody>
          <a:bodyPr/>
          <a:lstStyle/>
          <a:p>
            <a:r>
              <a:rPr lang="en-US"/>
              <a:t>Click to edit Master title style</a:t>
            </a:r>
            <a:endParaRPr lang="en-US" dirty="0"/>
          </a:p>
        </p:txBody>
      </p:sp>
      <p:sp>
        <p:nvSpPr>
          <p:cNvPr id="1048904"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05"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8906" name="Footer Placeholder 4"/>
          <p:cNvSpPr>
            <a:spLocks noGrp="1"/>
          </p:cNvSpPr>
          <p:nvPr>
            <p:ph type="ftr" sz="quarter" idx="11"/>
          </p:nvPr>
        </p:nvSpPr>
        <p:spPr/>
        <p:txBody>
          <a:bodyPr/>
          <a:lstStyle/>
          <a:p>
            <a:endParaRPr lang="en-US" dirty="0"/>
          </a:p>
        </p:txBody>
      </p:sp>
      <p:sp>
        <p:nvSpPr>
          <p:cNvPr id="1048907"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857"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8858"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85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60" name="Footer Placeholder 4"/>
          <p:cNvSpPr>
            <a:spLocks noGrp="1"/>
          </p:cNvSpPr>
          <p:nvPr>
            <p:ph type="ftr" sz="quarter" idx="11"/>
          </p:nvPr>
        </p:nvSpPr>
        <p:spPr/>
        <p:txBody>
          <a:bodyPr/>
          <a:lstStyle/>
          <a:p>
            <a:endParaRPr lang="en-US" dirty="0"/>
          </a:p>
        </p:txBody>
      </p:sp>
      <p:sp>
        <p:nvSpPr>
          <p:cNvPr id="104886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32"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738"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8897" name="Title 1"/>
          <p:cNvSpPr>
            <a:spLocks noGrp="1"/>
          </p:cNvSpPr>
          <p:nvPr>
            <p:ph type="title"/>
          </p:nvPr>
        </p:nvSpPr>
        <p:spPr/>
        <p:txBody>
          <a:bodyPr/>
          <a:lstStyle/>
          <a:p>
            <a:r>
              <a:rPr lang="en-US"/>
              <a:t>Click to edit Master title style</a:t>
            </a:r>
            <a:endParaRPr lang="en-US" dirty="0"/>
          </a:p>
        </p:txBody>
      </p:sp>
      <p:sp>
        <p:nvSpPr>
          <p:cNvPr id="1048898"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899"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00"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8901" name="Footer Placeholder 5"/>
          <p:cNvSpPr>
            <a:spLocks noGrp="1"/>
          </p:cNvSpPr>
          <p:nvPr>
            <p:ph type="ftr" sz="quarter" idx="11"/>
          </p:nvPr>
        </p:nvSpPr>
        <p:spPr/>
        <p:txBody>
          <a:bodyPr/>
          <a:lstStyle/>
          <a:p>
            <a:endParaRPr lang="en-US" dirty="0"/>
          </a:p>
        </p:txBody>
      </p:sp>
      <p:sp>
        <p:nvSpPr>
          <p:cNvPr id="1048902"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934" name="Title 1"/>
          <p:cNvSpPr>
            <a:spLocks noGrp="1"/>
          </p:cNvSpPr>
          <p:nvPr>
            <p:ph type="title"/>
          </p:nvPr>
        </p:nvSpPr>
        <p:spPr/>
        <p:txBody>
          <a:bodyPr/>
          <a:lstStyle/>
          <a:p>
            <a:r>
              <a:rPr lang="en-US"/>
              <a:t>Click to edit Master title style</a:t>
            </a:r>
            <a:endParaRPr lang="en-US" dirty="0"/>
          </a:p>
        </p:txBody>
      </p:sp>
      <p:sp>
        <p:nvSpPr>
          <p:cNvPr id="1048935"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936"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37"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938"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39"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40" name="Footer Placeholder 7"/>
          <p:cNvSpPr>
            <a:spLocks noGrp="1"/>
          </p:cNvSpPr>
          <p:nvPr>
            <p:ph type="ftr" sz="quarter" idx="11"/>
          </p:nvPr>
        </p:nvSpPr>
        <p:spPr/>
        <p:txBody>
          <a:bodyPr/>
          <a:lstStyle/>
          <a:p>
            <a:endParaRPr lang="en-US" dirty="0"/>
          </a:p>
        </p:txBody>
      </p:sp>
      <p:sp>
        <p:nvSpPr>
          <p:cNvPr id="1048941"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3"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893" name="Title 1"/>
          <p:cNvSpPr>
            <a:spLocks noGrp="1"/>
          </p:cNvSpPr>
          <p:nvPr>
            <p:ph type="title"/>
          </p:nvPr>
        </p:nvSpPr>
        <p:spPr/>
        <p:txBody>
          <a:bodyPr/>
          <a:lstStyle/>
          <a:p>
            <a:r>
              <a:rPr lang="en-US"/>
              <a:t>Click to edit Master title style</a:t>
            </a:r>
            <a:endParaRPr lang="en-US" dirty="0"/>
          </a:p>
        </p:txBody>
      </p:sp>
      <p:sp>
        <p:nvSpPr>
          <p:cNvPr id="1048894"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95" name="Footer Placeholder 3"/>
          <p:cNvSpPr>
            <a:spLocks noGrp="1"/>
          </p:cNvSpPr>
          <p:nvPr>
            <p:ph type="ftr" sz="quarter" idx="11"/>
          </p:nvPr>
        </p:nvSpPr>
        <p:spPr/>
        <p:txBody>
          <a:bodyPr/>
          <a:lstStyle/>
          <a:p>
            <a:endParaRPr lang="en-US" dirty="0"/>
          </a:p>
        </p:txBody>
      </p:sp>
      <p:sp>
        <p:nvSpPr>
          <p:cNvPr id="1048896"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37"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918"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19" name="Footer Placeholder 2"/>
          <p:cNvSpPr>
            <a:spLocks noGrp="1"/>
          </p:cNvSpPr>
          <p:nvPr>
            <p:ph type="ftr" sz="quarter" idx="11"/>
          </p:nvPr>
        </p:nvSpPr>
        <p:spPr/>
        <p:txBody>
          <a:bodyPr/>
          <a:lstStyle/>
          <a:p>
            <a:endParaRPr lang="en-US" dirty="0"/>
          </a:p>
        </p:txBody>
      </p:sp>
      <p:sp>
        <p:nvSpPr>
          <p:cNvPr id="1048920"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86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886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86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865"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66" name="Footer Placeholder 5"/>
          <p:cNvSpPr>
            <a:spLocks noGrp="1"/>
          </p:cNvSpPr>
          <p:nvPr>
            <p:ph type="ftr" sz="quarter" idx="11"/>
          </p:nvPr>
        </p:nvSpPr>
        <p:spPr/>
        <p:txBody>
          <a:bodyPr/>
          <a:lstStyle/>
          <a:p>
            <a:endParaRPr lang="en-US" dirty="0"/>
          </a:p>
        </p:txBody>
      </p:sp>
      <p:sp>
        <p:nvSpPr>
          <p:cNvPr id="104886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33"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849"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8850"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851"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852"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53" name="Footer Placeholder 5"/>
          <p:cNvSpPr>
            <a:spLocks noGrp="1"/>
          </p:cNvSpPr>
          <p:nvPr>
            <p:ph type="ftr" sz="quarter" idx="11"/>
          </p:nvPr>
        </p:nvSpPr>
        <p:spPr/>
        <p:txBody>
          <a:bodyPr/>
          <a:lstStyle/>
          <a:p>
            <a:endParaRPr lang="en-US" dirty="0"/>
          </a:p>
        </p:txBody>
      </p:sp>
      <p:sp>
        <p:nvSpPr>
          <p:cNvPr id="1048854"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8868"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8869"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870"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871"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72" name="Footer Placeholder 5"/>
          <p:cNvSpPr>
            <a:spLocks noGrp="1"/>
          </p:cNvSpPr>
          <p:nvPr>
            <p:ph type="ftr" sz="quarter" idx="11"/>
          </p:nvPr>
        </p:nvSpPr>
        <p:spPr/>
        <p:txBody>
          <a:bodyPr/>
          <a:lstStyle/>
          <a:p>
            <a:endParaRPr lang="en-US" dirty="0"/>
          </a:p>
        </p:txBody>
      </p:sp>
      <p:sp>
        <p:nvSpPr>
          <p:cNvPr id="1048873"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913"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8914"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91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16" name="Footer Placeholder 4"/>
          <p:cNvSpPr>
            <a:spLocks noGrp="1"/>
          </p:cNvSpPr>
          <p:nvPr>
            <p:ph type="ftr" sz="quarter" idx="11"/>
          </p:nvPr>
        </p:nvSpPr>
        <p:spPr/>
        <p:txBody>
          <a:bodyPr/>
          <a:lstStyle/>
          <a:p>
            <a:endParaRPr lang="en-US" dirty="0"/>
          </a:p>
        </p:txBody>
      </p:sp>
      <p:sp>
        <p:nvSpPr>
          <p:cNvPr id="104891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1"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874"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8875"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876"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87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78" name="Footer Placeholder 4"/>
          <p:cNvSpPr>
            <a:spLocks noGrp="1"/>
          </p:cNvSpPr>
          <p:nvPr>
            <p:ph type="ftr" sz="quarter" idx="11"/>
          </p:nvPr>
        </p:nvSpPr>
        <p:spPr/>
        <p:txBody>
          <a:bodyPr/>
          <a:lstStyle/>
          <a:p>
            <a:endParaRPr lang="en-US" dirty="0"/>
          </a:p>
        </p:txBody>
      </p:sp>
      <p:sp>
        <p:nvSpPr>
          <p:cNvPr id="104887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8880"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8881"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34"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929"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8930"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93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32" name="Footer Placeholder 4"/>
          <p:cNvSpPr>
            <a:spLocks noGrp="1"/>
          </p:cNvSpPr>
          <p:nvPr>
            <p:ph type="ftr" sz="quarter" idx="11"/>
          </p:nvPr>
        </p:nvSpPr>
        <p:spPr/>
        <p:txBody>
          <a:bodyPr/>
          <a:lstStyle/>
          <a:p>
            <a:endParaRPr lang="en-US" dirty="0"/>
          </a:p>
        </p:txBody>
      </p:sp>
      <p:sp>
        <p:nvSpPr>
          <p:cNvPr id="104893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921"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8922"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92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92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25" name="Footer Placeholder 4"/>
          <p:cNvSpPr>
            <a:spLocks noGrp="1"/>
          </p:cNvSpPr>
          <p:nvPr>
            <p:ph type="ftr" sz="quarter" idx="11"/>
          </p:nvPr>
        </p:nvSpPr>
        <p:spPr/>
        <p:txBody>
          <a:bodyPr/>
          <a:lstStyle/>
          <a:p>
            <a:endParaRPr lang="en-US" dirty="0"/>
          </a:p>
        </p:txBody>
      </p:sp>
      <p:sp>
        <p:nvSpPr>
          <p:cNvPr id="104892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8927"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8928"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42"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887"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8888"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889"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89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91" name="Footer Placeholder 4"/>
          <p:cNvSpPr>
            <a:spLocks noGrp="1"/>
          </p:cNvSpPr>
          <p:nvPr>
            <p:ph type="ftr" sz="quarter" idx="11"/>
          </p:nvPr>
        </p:nvSpPr>
        <p:spPr/>
        <p:txBody>
          <a:bodyPr/>
          <a:lstStyle/>
          <a:p>
            <a:endParaRPr lang="en-US" dirty="0"/>
          </a:p>
        </p:txBody>
      </p:sp>
      <p:sp>
        <p:nvSpPr>
          <p:cNvPr id="104889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36"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908" name="Title 1"/>
          <p:cNvSpPr>
            <a:spLocks noGrp="1"/>
          </p:cNvSpPr>
          <p:nvPr>
            <p:ph type="title"/>
          </p:nvPr>
        </p:nvSpPr>
        <p:spPr/>
        <p:txBody>
          <a:bodyPr/>
          <a:lstStyle>
            <a:lvl1pPr algn="ctr"/>
          </a:lstStyle>
          <a:p>
            <a:r>
              <a:rPr lang="en-US"/>
              <a:t>Click to edit Master title style</a:t>
            </a:r>
            <a:endParaRPr lang="en-US" dirty="0"/>
          </a:p>
        </p:txBody>
      </p:sp>
      <p:sp>
        <p:nvSpPr>
          <p:cNvPr id="1048909"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1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11" name="Footer Placeholder 4"/>
          <p:cNvSpPr>
            <a:spLocks noGrp="1"/>
          </p:cNvSpPr>
          <p:nvPr>
            <p:ph type="ftr" sz="quarter" idx="11"/>
          </p:nvPr>
        </p:nvSpPr>
        <p:spPr/>
        <p:txBody>
          <a:bodyPr/>
          <a:lstStyle/>
          <a:p>
            <a:endParaRPr lang="en-US" dirty="0"/>
          </a:p>
        </p:txBody>
      </p:sp>
      <p:sp>
        <p:nvSpPr>
          <p:cNvPr id="104891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0"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88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888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88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885" name="Footer Placeholder 4"/>
          <p:cNvSpPr>
            <a:spLocks noGrp="1"/>
          </p:cNvSpPr>
          <p:nvPr>
            <p:ph type="ftr" sz="quarter" idx="11"/>
          </p:nvPr>
        </p:nvSpPr>
        <p:spPr/>
        <p:txBody>
          <a:bodyPr/>
          <a:lstStyle/>
          <a:p>
            <a:endParaRPr lang="en-US" dirty="0"/>
          </a:p>
        </p:txBody>
      </p:sp>
      <p:sp>
        <p:nvSpPr>
          <p:cNvPr id="104888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35"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20" name="Group 6"/>
          <p:cNvGrpSpPr/>
          <p:nvPr/>
        </p:nvGrpSpPr>
        <p:grpSpPr>
          <a:xfrm>
            <a:off x="-16934" y="0"/>
            <a:ext cx="12231160" cy="6856214"/>
            <a:chOff x="-16934" y="0"/>
            <a:chExt cx="12231160" cy="6856214"/>
          </a:xfrm>
        </p:grpSpPr>
        <p:pic>
          <p:nvPicPr>
            <p:cNvPr id="2097168"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054"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169"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170"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055"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056"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057"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058" name="Footer Placeholder 4"/>
          <p:cNvSpPr>
            <a:spLocks noGrp="1"/>
          </p:cNvSpPr>
          <p:nvPr>
            <p:ph type="ftr" sz="quarter" idx="11"/>
          </p:nvPr>
        </p:nvSpPr>
        <p:spPr>
          <a:xfrm>
            <a:off x="2692397" y="5037663"/>
            <a:ext cx="5214635" cy="279400"/>
          </a:xfrm>
        </p:spPr>
        <p:txBody>
          <a:bodyPr/>
          <a:lstStyle/>
          <a:p>
            <a:endParaRPr lang="en-US" dirty="0"/>
          </a:p>
        </p:txBody>
      </p:sp>
      <p:sp>
        <p:nvSpPr>
          <p:cNvPr id="1049059"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757"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752"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015" name="Title 1"/>
          <p:cNvSpPr>
            <a:spLocks noGrp="1"/>
          </p:cNvSpPr>
          <p:nvPr>
            <p:ph type="title"/>
          </p:nvPr>
        </p:nvSpPr>
        <p:spPr/>
        <p:txBody>
          <a:bodyPr/>
          <a:lstStyle/>
          <a:p>
            <a:r>
              <a:rPr lang="en-US"/>
              <a:t>Click to edit Master title style</a:t>
            </a:r>
            <a:endParaRPr lang="en-US" dirty="0"/>
          </a:p>
        </p:txBody>
      </p:sp>
      <p:sp>
        <p:nvSpPr>
          <p:cNvPr id="1049016"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17"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018" name="Footer Placeholder 4"/>
          <p:cNvSpPr>
            <a:spLocks noGrp="1"/>
          </p:cNvSpPr>
          <p:nvPr>
            <p:ph type="ftr" sz="quarter" idx="11"/>
          </p:nvPr>
        </p:nvSpPr>
        <p:spPr/>
        <p:txBody>
          <a:bodyPr/>
          <a:lstStyle/>
          <a:p>
            <a:endParaRPr lang="en-US" dirty="0"/>
          </a:p>
        </p:txBody>
      </p:sp>
      <p:sp>
        <p:nvSpPr>
          <p:cNvPr id="1049019"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969"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8970"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97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72" name="Footer Placeholder 4"/>
          <p:cNvSpPr>
            <a:spLocks noGrp="1"/>
          </p:cNvSpPr>
          <p:nvPr>
            <p:ph type="ftr" sz="quarter" idx="11"/>
          </p:nvPr>
        </p:nvSpPr>
        <p:spPr/>
        <p:txBody>
          <a:bodyPr/>
          <a:lstStyle/>
          <a:p>
            <a:endParaRPr lang="en-US" dirty="0"/>
          </a:p>
        </p:txBody>
      </p:sp>
      <p:sp>
        <p:nvSpPr>
          <p:cNvPr id="104897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5"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751"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009" name="Title 1"/>
          <p:cNvSpPr>
            <a:spLocks noGrp="1"/>
          </p:cNvSpPr>
          <p:nvPr>
            <p:ph type="title"/>
          </p:nvPr>
        </p:nvSpPr>
        <p:spPr/>
        <p:txBody>
          <a:bodyPr/>
          <a:lstStyle/>
          <a:p>
            <a:r>
              <a:rPr lang="en-US"/>
              <a:t>Click to edit Master title style</a:t>
            </a:r>
            <a:endParaRPr lang="en-US" dirty="0"/>
          </a:p>
        </p:txBody>
      </p:sp>
      <p:sp>
        <p:nvSpPr>
          <p:cNvPr id="1049010"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11"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12"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013" name="Footer Placeholder 5"/>
          <p:cNvSpPr>
            <a:spLocks noGrp="1"/>
          </p:cNvSpPr>
          <p:nvPr>
            <p:ph type="ftr" sz="quarter" idx="11"/>
          </p:nvPr>
        </p:nvSpPr>
        <p:spPr/>
        <p:txBody>
          <a:bodyPr/>
          <a:lstStyle/>
          <a:p>
            <a:endParaRPr lang="en-US" dirty="0"/>
          </a:p>
        </p:txBody>
      </p:sp>
      <p:sp>
        <p:nvSpPr>
          <p:cNvPr id="1049014"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046" name="Title 1"/>
          <p:cNvSpPr>
            <a:spLocks noGrp="1"/>
          </p:cNvSpPr>
          <p:nvPr>
            <p:ph type="title"/>
          </p:nvPr>
        </p:nvSpPr>
        <p:spPr/>
        <p:txBody>
          <a:bodyPr/>
          <a:lstStyle/>
          <a:p>
            <a:r>
              <a:rPr lang="en-US"/>
              <a:t>Click to edit Master title style</a:t>
            </a:r>
            <a:endParaRPr lang="en-US" dirty="0"/>
          </a:p>
        </p:txBody>
      </p:sp>
      <p:sp>
        <p:nvSpPr>
          <p:cNvPr id="1049047"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048"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49"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050"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51"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52" name="Footer Placeholder 7"/>
          <p:cNvSpPr>
            <a:spLocks noGrp="1"/>
          </p:cNvSpPr>
          <p:nvPr>
            <p:ph type="ftr" sz="quarter" idx="11"/>
          </p:nvPr>
        </p:nvSpPr>
        <p:spPr/>
        <p:txBody>
          <a:bodyPr/>
          <a:lstStyle/>
          <a:p>
            <a:endParaRPr lang="en-US" dirty="0"/>
          </a:p>
        </p:txBody>
      </p:sp>
      <p:sp>
        <p:nvSpPr>
          <p:cNvPr id="1049053"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56"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005" name="Title 1"/>
          <p:cNvSpPr>
            <a:spLocks noGrp="1"/>
          </p:cNvSpPr>
          <p:nvPr>
            <p:ph type="title"/>
          </p:nvPr>
        </p:nvSpPr>
        <p:spPr/>
        <p:txBody>
          <a:bodyPr/>
          <a:lstStyle/>
          <a:p>
            <a:r>
              <a:rPr lang="en-US"/>
              <a:t>Click to edit Master title style</a:t>
            </a:r>
            <a:endParaRPr lang="en-US" dirty="0"/>
          </a:p>
        </p:txBody>
      </p:sp>
      <p:sp>
        <p:nvSpPr>
          <p:cNvPr id="1049006"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07" name="Footer Placeholder 3"/>
          <p:cNvSpPr>
            <a:spLocks noGrp="1"/>
          </p:cNvSpPr>
          <p:nvPr>
            <p:ph type="ftr" sz="quarter" idx="11"/>
          </p:nvPr>
        </p:nvSpPr>
        <p:spPr/>
        <p:txBody>
          <a:bodyPr/>
          <a:lstStyle/>
          <a:p>
            <a:endParaRPr lang="en-US" dirty="0"/>
          </a:p>
        </p:txBody>
      </p:sp>
      <p:sp>
        <p:nvSpPr>
          <p:cNvPr id="1049008"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50"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030"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31" name="Footer Placeholder 2"/>
          <p:cNvSpPr>
            <a:spLocks noGrp="1"/>
          </p:cNvSpPr>
          <p:nvPr>
            <p:ph type="ftr" sz="quarter" idx="11"/>
          </p:nvPr>
        </p:nvSpPr>
        <p:spPr/>
        <p:txBody>
          <a:bodyPr/>
          <a:lstStyle/>
          <a:p>
            <a:endParaRPr lang="en-US" dirty="0"/>
          </a:p>
        </p:txBody>
      </p:sp>
      <p:sp>
        <p:nvSpPr>
          <p:cNvPr id="1049032"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974"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8975"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76"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977"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78" name="Footer Placeholder 5"/>
          <p:cNvSpPr>
            <a:spLocks noGrp="1"/>
          </p:cNvSpPr>
          <p:nvPr>
            <p:ph type="ftr" sz="quarter" idx="11"/>
          </p:nvPr>
        </p:nvSpPr>
        <p:spPr/>
        <p:txBody>
          <a:bodyPr/>
          <a:lstStyle/>
          <a:p>
            <a:endParaRPr lang="en-US" dirty="0"/>
          </a:p>
        </p:txBody>
      </p:sp>
      <p:sp>
        <p:nvSpPr>
          <p:cNvPr id="1048979"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6"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961"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8962"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963"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964"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65" name="Footer Placeholder 5"/>
          <p:cNvSpPr>
            <a:spLocks noGrp="1"/>
          </p:cNvSpPr>
          <p:nvPr>
            <p:ph type="ftr" sz="quarter" idx="11"/>
          </p:nvPr>
        </p:nvSpPr>
        <p:spPr/>
        <p:txBody>
          <a:bodyPr/>
          <a:lstStyle/>
          <a:p>
            <a:endParaRPr lang="en-US" dirty="0"/>
          </a:p>
        </p:txBody>
      </p:sp>
      <p:sp>
        <p:nvSpPr>
          <p:cNvPr id="1048966"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8980"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8981"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982"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983"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84" name="Footer Placeholder 5"/>
          <p:cNvSpPr>
            <a:spLocks noGrp="1"/>
          </p:cNvSpPr>
          <p:nvPr>
            <p:ph type="ftr" sz="quarter" idx="11"/>
          </p:nvPr>
        </p:nvSpPr>
        <p:spPr/>
        <p:txBody>
          <a:bodyPr/>
          <a:lstStyle/>
          <a:p>
            <a:endParaRPr lang="en-US" dirty="0"/>
          </a:p>
        </p:txBody>
      </p:sp>
      <p:sp>
        <p:nvSpPr>
          <p:cNvPr id="1048985"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025"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026"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2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28" name="Footer Placeholder 4"/>
          <p:cNvSpPr>
            <a:spLocks noGrp="1"/>
          </p:cNvSpPr>
          <p:nvPr>
            <p:ph type="ftr" sz="quarter" idx="11"/>
          </p:nvPr>
        </p:nvSpPr>
        <p:spPr/>
        <p:txBody>
          <a:bodyPr/>
          <a:lstStyle/>
          <a:p>
            <a:endParaRPr lang="en-US" dirty="0"/>
          </a:p>
        </p:txBody>
      </p:sp>
      <p:sp>
        <p:nvSpPr>
          <p:cNvPr id="104902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54"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986"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8987"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988"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98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90" name="Footer Placeholder 4"/>
          <p:cNvSpPr>
            <a:spLocks noGrp="1"/>
          </p:cNvSpPr>
          <p:nvPr>
            <p:ph type="ftr" sz="quarter" idx="11"/>
          </p:nvPr>
        </p:nvSpPr>
        <p:spPr/>
        <p:txBody>
          <a:bodyPr/>
          <a:lstStyle/>
          <a:p>
            <a:endParaRPr lang="en-US" dirty="0"/>
          </a:p>
        </p:txBody>
      </p:sp>
      <p:sp>
        <p:nvSpPr>
          <p:cNvPr id="104899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8992"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8993"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47"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041"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042"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43"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44" name="Footer Placeholder 4"/>
          <p:cNvSpPr>
            <a:spLocks noGrp="1"/>
          </p:cNvSpPr>
          <p:nvPr>
            <p:ph type="ftr" sz="quarter" idx="11"/>
          </p:nvPr>
        </p:nvSpPr>
        <p:spPr/>
        <p:txBody>
          <a:bodyPr/>
          <a:lstStyle/>
          <a:p>
            <a:endParaRPr lang="en-US" dirty="0"/>
          </a:p>
        </p:txBody>
      </p:sp>
      <p:sp>
        <p:nvSpPr>
          <p:cNvPr id="104904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033"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03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35"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36"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37" name="Footer Placeholder 4"/>
          <p:cNvSpPr>
            <a:spLocks noGrp="1"/>
          </p:cNvSpPr>
          <p:nvPr>
            <p:ph type="ftr" sz="quarter" idx="11"/>
          </p:nvPr>
        </p:nvSpPr>
        <p:spPr/>
        <p:txBody>
          <a:bodyPr/>
          <a:lstStyle/>
          <a:p>
            <a:endParaRPr lang="en-US" dirty="0"/>
          </a:p>
        </p:txBody>
      </p:sp>
      <p:sp>
        <p:nvSpPr>
          <p:cNvPr id="1049038"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039"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040"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55"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999"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00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01"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0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03" name="Footer Placeholder 4"/>
          <p:cNvSpPr>
            <a:spLocks noGrp="1"/>
          </p:cNvSpPr>
          <p:nvPr>
            <p:ph type="ftr" sz="quarter" idx="11"/>
          </p:nvPr>
        </p:nvSpPr>
        <p:spPr/>
        <p:txBody>
          <a:bodyPr/>
          <a:lstStyle/>
          <a:p>
            <a:endParaRPr lang="en-US" dirty="0"/>
          </a:p>
        </p:txBody>
      </p:sp>
      <p:sp>
        <p:nvSpPr>
          <p:cNvPr id="104900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9"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020" name="Title 1"/>
          <p:cNvSpPr>
            <a:spLocks noGrp="1"/>
          </p:cNvSpPr>
          <p:nvPr>
            <p:ph type="title"/>
          </p:nvPr>
        </p:nvSpPr>
        <p:spPr/>
        <p:txBody>
          <a:bodyPr/>
          <a:lstStyle>
            <a:lvl1pPr algn="ctr"/>
          </a:lstStyle>
          <a:p>
            <a:r>
              <a:rPr lang="en-US"/>
              <a:t>Click to edit Master title style</a:t>
            </a:r>
            <a:endParaRPr lang="en-US" dirty="0"/>
          </a:p>
        </p:txBody>
      </p:sp>
      <p:sp>
        <p:nvSpPr>
          <p:cNvPr id="1049021"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2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23" name="Footer Placeholder 4"/>
          <p:cNvSpPr>
            <a:spLocks noGrp="1"/>
          </p:cNvSpPr>
          <p:nvPr>
            <p:ph type="ftr" sz="quarter" idx="11"/>
          </p:nvPr>
        </p:nvSpPr>
        <p:spPr/>
        <p:txBody>
          <a:bodyPr/>
          <a:lstStyle/>
          <a:p>
            <a:endParaRPr lang="en-US" dirty="0"/>
          </a:p>
        </p:txBody>
      </p:sp>
      <p:sp>
        <p:nvSpPr>
          <p:cNvPr id="104902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53"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994"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8995"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96"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8997" name="Footer Placeholder 4"/>
          <p:cNvSpPr>
            <a:spLocks noGrp="1"/>
          </p:cNvSpPr>
          <p:nvPr>
            <p:ph type="ftr" sz="quarter" idx="11"/>
          </p:nvPr>
        </p:nvSpPr>
        <p:spPr/>
        <p:txBody>
          <a:bodyPr/>
          <a:lstStyle/>
          <a:p>
            <a:endParaRPr lang="en-US" dirty="0"/>
          </a:p>
        </p:txBody>
      </p:sp>
      <p:sp>
        <p:nvSpPr>
          <p:cNvPr id="1048998"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48"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67" name="Group 6"/>
          <p:cNvGrpSpPr/>
          <p:nvPr/>
        </p:nvGrpSpPr>
        <p:grpSpPr>
          <a:xfrm>
            <a:off x="-16934" y="0"/>
            <a:ext cx="12231160" cy="6856214"/>
            <a:chOff x="-16934" y="0"/>
            <a:chExt cx="12231160" cy="6856214"/>
          </a:xfrm>
        </p:grpSpPr>
        <p:pic>
          <p:nvPicPr>
            <p:cNvPr id="2097176"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163"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177"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178"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164"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165"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166"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167" name="Footer Placeholder 4"/>
          <p:cNvSpPr>
            <a:spLocks noGrp="1"/>
          </p:cNvSpPr>
          <p:nvPr>
            <p:ph type="ftr" sz="quarter" idx="11"/>
          </p:nvPr>
        </p:nvSpPr>
        <p:spPr>
          <a:xfrm>
            <a:off x="2692397" y="5037663"/>
            <a:ext cx="5214635" cy="279400"/>
          </a:xfrm>
        </p:spPr>
        <p:txBody>
          <a:bodyPr/>
          <a:lstStyle/>
          <a:p>
            <a:endParaRPr lang="en-US" dirty="0"/>
          </a:p>
        </p:txBody>
      </p:sp>
      <p:sp>
        <p:nvSpPr>
          <p:cNvPr id="1049168"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770"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758"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070" name="Title 1"/>
          <p:cNvSpPr>
            <a:spLocks noGrp="1"/>
          </p:cNvSpPr>
          <p:nvPr>
            <p:ph type="title"/>
          </p:nvPr>
        </p:nvSpPr>
        <p:spPr/>
        <p:txBody>
          <a:bodyPr/>
          <a:lstStyle/>
          <a:p>
            <a:r>
              <a:rPr lang="en-US"/>
              <a:t>Click to edit Master title style</a:t>
            </a:r>
            <a:endParaRPr lang="en-US" dirty="0"/>
          </a:p>
        </p:txBody>
      </p:sp>
      <p:sp>
        <p:nvSpPr>
          <p:cNvPr id="1049071"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72"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073" name="Footer Placeholder 4"/>
          <p:cNvSpPr>
            <a:spLocks noGrp="1"/>
          </p:cNvSpPr>
          <p:nvPr>
            <p:ph type="ftr" sz="quarter" idx="11"/>
          </p:nvPr>
        </p:nvSpPr>
        <p:spPr/>
        <p:txBody>
          <a:bodyPr/>
          <a:lstStyle/>
          <a:p>
            <a:endParaRPr lang="en-US" dirty="0"/>
          </a:p>
        </p:txBody>
      </p:sp>
      <p:sp>
        <p:nvSpPr>
          <p:cNvPr id="1049074"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077"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078"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7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80" name="Footer Placeholder 4"/>
          <p:cNvSpPr>
            <a:spLocks noGrp="1"/>
          </p:cNvSpPr>
          <p:nvPr>
            <p:ph type="ftr" sz="quarter" idx="11"/>
          </p:nvPr>
        </p:nvSpPr>
        <p:spPr/>
        <p:txBody>
          <a:bodyPr/>
          <a:lstStyle/>
          <a:p>
            <a:endParaRPr lang="en-US" dirty="0"/>
          </a:p>
        </p:txBody>
      </p:sp>
      <p:sp>
        <p:nvSpPr>
          <p:cNvPr id="104908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59"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765"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117" name="Title 1"/>
          <p:cNvSpPr>
            <a:spLocks noGrp="1"/>
          </p:cNvSpPr>
          <p:nvPr>
            <p:ph type="title"/>
          </p:nvPr>
        </p:nvSpPr>
        <p:spPr/>
        <p:txBody>
          <a:bodyPr/>
          <a:lstStyle/>
          <a:p>
            <a:r>
              <a:rPr lang="en-US"/>
              <a:t>Click to edit Master title style</a:t>
            </a:r>
            <a:endParaRPr lang="en-US" dirty="0"/>
          </a:p>
        </p:txBody>
      </p:sp>
      <p:sp>
        <p:nvSpPr>
          <p:cNvPr id="1049118"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19"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20"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121" name="Footer Placeholder 5"/>
          <p:cNvSpPr>
            <a:spLocks noGrp="1"/>
          </p:cNvSpPr>
          <p:nvPr>
            <p:ph type="ftr" sz="quarter" idx="11"/>
          </p:nvPr>
        </p:nvSpPr>
        <p:spPr/>
        <p:txBody>
          <a:bodyPr/>
          <a:lstStyle/>
          <a:p>
            <a:endParaRPr lang="en-US" dirty="0"/>
          </a:p>
        </p:txBody>
      </p:sp>
      <p:sp>
        <p:nvSpPr>
          <p:cNvPr id="1049122"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155" name="Title 1"/>
          <p:cNvSpPr>
            <a:spLocks noGrp="1"/>
          </p:cNvSpPr>
          <p:nvPr>
            <p:ph type="title"/>
          </p:nvPr>
        </p:nvSpPr>
        <p:spPr/>
        <p:txBody>
          <a:bodyPr/>
          <a:lstStyle/>
          <a:p>
            <a:r>
              <a:rPr lang="en-US"/>
              <a:t>Click to edit Master title style</a:t>
            </a:r>
            <a:endParaRPr lang="en-US" dirty="0"/>
          </a:p>
        </p:txBody>
      </p:sp>
      <p:sp>
        <p:nvSpPr>
          <p:cNvPr id="1049156"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157"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58"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159"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60"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61" name="Footer Placeholder 7"/>
          <p:cNvSpPr>
            <a:spLocks noGrp="1"/>
          </p:cNvSpPr>
          <p:nvPr>
            <p:ph type="ftr" sz="quarter" idx="11"/>
          </p:nvPr>
        </p:nvSpPr>
        <p:spPr/>
        <p:txBody>
          <a:bodyPr/>
          <a:lstStyle/>
          <a:p>
            <a:endParaRPr lang="en-US" dirty="0"/>
          </a:p>
        </p:txBody>
      </p:sp>
      <p:sp>
        <p:nvSpPr>
          <p:cNvPr id="1049162"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9"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113" name="Title 1"/>
          <p:cNvSpPr>
            <a:spLocks noGrp="1"/>
          </p:cNvSpPr>
          <p:nvPr>
            <p:ph type="title"/>
          </p:nvPr>
        </p:nvSpPr>
        <p:spPr/>
        <p:txBody>
          <a:bodyPr/>
          <a:lstStyle/>
          <a:p>
            <a:r>
              <a:rPr lang="en-US"/>
              <a:t>Click to edit Master title style</a:t>
            </a:r>
            <a:endParaRPr lang="en-US" dirty="0"/>
          </a:p>
        </p:txBody>
      </p:sp>
      <p:sp>
        <p:nvSpPr>
          <p:cNvPr id="1049114"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15" name="Footer Placeholder 3"/>
          <p:cNvSpPr>
            <a:spLocks noGrp="1"/>
          </p:cNvSpPr>
          <p:nvPr>
            <p:ph type="ftr" sz="quarter" idx="11"/>
          </p:nvPr>
        </p:nvSpPr>
        <p:spPr/>
        <p:txBody>
          <a:bodyPr/>
          <a:lstStyle/>
          <a:p>
            <a:endParaRPr lang="en-US" dirty="0"/>
          </a:p>
        </p:txBody>
      </p:sp>
      <p:sp>
        <p:nvSpPr>
          <p:cNvPr id="1049116"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4"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133"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34" name="Footer Placeholder 2"/>
          <p:cNvSpPr>
            <a:spLocks noGrp="1"/>
          </p:cNvSpPr>
          <p:nvPr>
            <p:ph type="ftr" sz="quarter" idx="11"/>
          </p:nvPr>
        </p:nvSpPr>
        <p:spPr/>
        <p:txBody>
          <a:bodyPr/>
          <a:lstStyle/>
          <a:p>
            <a:endParaRPr lang="en-US" dirty="0"/>
          </a:p>
        </p:txBody>
      </p:sp>
      <p:sp>
        <p:nvSpPr>
          <p:cNvPr id="1049135"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08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08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8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085"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86" name="Footer Placeholder 5"/>
          <p:cNvSpPr>
            <a:spLocks noGrp="1"/>
          </p:cNvSpPr>
          <p:nvPr>
            <p:ph type="ftr" sz="quarter" idx="11"/>
          </p:nvPr>
        </p:nvSpPr>
        <p:spPr/>
        <p:txBody>
          <a:bodyPr/>
          <a:lstStyle/>
          <a:p>
            <a:endParaRPr lang="en-US" dirty="0"/>
          </a:p>
        </p:txBody>
      </p:sp>
      <p:sp>
        <p:nvSpPr>
          <p:cNvPr id="104908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0"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136"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13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138"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139"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40" name="Footer Placeholder 5"/>
          <p:cNvSpPr>
            <a:spLocks noGrp="1"/>
          </p:cNvSpPr>
          <p:nvPr>
            <p:ph type="ftr" sz="quarter" idx="11"/>
          </p:nvPr>
        </p:nvSpPr>
        <p:spPr/>
        <p:txBody>
          <a:bodyPr/>
          <a:lstStyle/>
          <a:p>
            <a:endParaRPr lang="en-US" dirty="0"/>
          </a:p>
        </p:txBody>
      </p:sp>
      <p:sp>
        <p:nvSpPr>
          <p:cNvPr id="1049141"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088"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089"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090"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091"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92" name="Footer Placeholder 5"/>
          <p:cNvSpPr>
            <a:spLocks noGrp="1"/>
          </p:cNvSpPr>
          <p:nvPr>
            <p:ph type="ftr" sz="quarter" idx="11"/>
          </p:nvPr>
        </p:nvSpPr>
        <p:spPr/>
        <p:txBody>
          <a:bodyPr/>
          <a:lstStyle/>
          <a:p>
            <a:endParaRPr lang="en-US" dirty="0"/>
          </a:p>
        </p:txBody>
      </p:sp>
      <p:sp>
        <p:nvSpPr>
          <p:cNvPr id="1049093"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128"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129"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3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31" name="Footer Placeholder 4"/>
          <p:cNvSpPr>
            <a:spLocks noGrp="1"/>
          </p:cNvSpPr>
          <p:nvPr>
            <p:ph type="ftr" sz="quarter" idx="11"/>
          </p:nvPr>
        </p:nvSpPr>
        <p:spPr/>
        <p:txBody>
          <a:bodyPr/>
          <a:lstStyle/>
          <a:p>
            <a:endParaRPr lang="en-US" dirty="0"/>
          </a:p>
        </p:txBody>
      </p:sp>
      <p:sp>
        <p:nvSpPr>
          <p:cNvPr id="104913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7"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094"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095"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096"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09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098" name="Footer Placeholder 4"/>
          <p:cNvSpPr>
            <a:spLocks noGrp="1"/>
          </p:cNvSpPr>
          <p:nvPr>
            <p:ph type="ftr" sz="quarter" idx="11"/>
          </p:nvPr>
        </p:nvSpPr>
        <p:spPr/>
        <p:txBody>
          <a:bodyPr/>
          <a:lstStyle/>
          <a:p>
            <a:endParaRPr lang="en-US" dirty="0"/>
          </a:p>
        </p:txBody>
      </p:sp>
      <p:sp>
        <p:nvSpPr>
          <p:cNvPr id="104909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100"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101"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61"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150"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151"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5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53" name="Footer Placeholder 4"/>
          <p:cNvSpPr>
            <a:spLocks noGrp="1"/>
          </p:cNvSpPr>
          <p:nvPr>
            <p:ph type="ftr" sz="quarter" idx="11"/>
          </p:nvPr>
        </p:nvSpPr>
        <p:spPr/>
        <p:txBody>
          <a:bodyPr/>
          <a:lstStyle/>
          <a:p>
            <a:endParaRPr lang="en-US" dirty="0"/>
          </a:p>
        </p:txBody>
      </p:sp>
      <p:sp>
        <p:nvSpPr>
          <p:cNvPr id="104915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14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14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44"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4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46" name="Footer Placeholder 4"/>
          <p:cNvSpPr>
            <a:spLocks noGrp="1"/>
          </p:cNvSpPr>
          <p:nvPr>
            <p:ph type="ftr" sz="quarter" idx="11"/>
          </p:nvPr>
        </p:nvSpPr>
        <p:spPr/>
        <p:txBody>
          <a:bodyPr/>
          <a:lstStyle/>
          <a:p>
            <a:endParaRPr lang="en-US" dirty="0"/>
          </a:p>
        </p:txBody>
      </p:sp>
      <p:sp>
        <p:nvSpPr>
          <p:cNvPr id="104914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148"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149"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68"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107"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108"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09"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1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11" name="Footer Placeholder 4"/>
          <p:cNvSpPr>
            <a:spLocks noGrp="1"/>
          </p:cNvSpPr>
          <p:nvPr>
            <p:ph type="ftr" sz="quarter" idx="11"/>
          </p:nvPr>
        </p:nvSpPr>
        <p:spPr/>
        <p:txBody>
          <a:bodyPr/>
          <a:lstStyle/>
          <a:p>
            <a:endParaRPr lang="en-US" dirty="0"/>
          </a:p>
        </p:txBody>
      </p:sp>
      <p:sp>
        <p:nvSpPr>
          <p:cNvPr id="104911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3"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123" name="Title 1"/>
          <p:cNvSpPr>
            <a:spLocks noGrp="1"/>
          </p:cNvSpPr>
          <p:nvPr>
            <p:ph type="title"/>
          </p:nvPr>
        </p:nvSpPr>
        <p:spPr/>
        <p:txBody>
          <a:bodyPr/>
          <a:lstStyle>
            <a:lvl1pPr algn="ctr"/>
          </a:lstStyle>
          <a:p>
            <a:r>
              <a:rPr lang="en-US"/>
              <a:t>Click to edit Master title style</a:t>
            </a:r>
            <a:endParaRPr lang="en-US" dirty="0"/>
          </a:p>
        </p:txBody>
      </p:sp>
      <p:sp>
        <p:nvSpPr>
          <p:cNvPr id="1049124"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2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26" name="Footer Placeholder 4"/>
          <p:cNvSpPr>
            <a:spLocks noGrp="1"/>
          </p:cNvSpPr>
          <p:nvPr>
            <p:ph type="ftr" sz="quarter" idx="11"/>
          </p:nvPr>
        </p:nvSpPr>
        <p:spPr/>
        <p:txBody>
          <a:bodyPr/>
          <a:lstStyle/>
          <a:p>
            <a:endParaRPr lang="en-US" dirty="0"/>
          </a:p>
        </p:txBody>
      </p:sp>
      <p:sp>
        <p:nvSpPr>
          <p:cNvPr id="104912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6"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10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10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0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05" name="Footer Placeholder 4"/>
          <p:cNvSpPr>
            <a:spLocks noGrp="1"/>
          </p:cNvSpPr>
          <p:nvPr>
            <p:ph type="ftr" sz="quarter" idx="11"/>
          </p:nvPr>
        </p:nvSpPr>
        <p:spPr/>
        <p:txBody>
          <a:bodyPr/>
          <a:lstStyle/>
          <a:p>
            <a:endParaRPr lang="en-US" dirty="0"/>
          </a:p>
        </p:txBody>
      </p:sp>
      <p:sp>
        <p:nvSpPr>
          <p:cNvPr id="104910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62"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308" name="Group 6"/>
          <p:cNvGrpSpPr/>
          <p:nvPr/>
        </p:nvGrpSpPr>
        <p:grpSpPr>
          <a:xfrm>
            <a:off x="-16934" y="0"/>
            <a:ext cx="12231160" cy="6856214"/>
            <a:chOff x="-16934" y="0"/>
            <a:chExt cx="12231160" cy="6856214"/>
          </a:xfrm>
        </p:grpSpPr>
        <p:pic>
          <p:nvPicPr>
            <p:cNvPr id="2097182"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268"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183"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184"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269"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270"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271"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272" name="Footer Placeholder 4"/>
          <p:cNvSpPr>
            <a:spLocks noGrp="1"/>
          </p:cNvSpPr>
          <p:nvPr>
            <p:ph type="ftr" sz="quarter" idx="11"/>
          </p:nvPr>
        </p:nvSpPr>
        <p:spPr>
          <a:xfrm>
            <a:off x="2692397" y="5037663"/>
            <a:ext cx="5214635" cy="279400"/>
          </a:xfrm>
        </p:spPr>
        <p:txBody>
          <a:bodyPr/>
          <a:lstStyle/>
          <a:p>
            <a:endParaRPr lang="en-US" dirty="0"/>
          </a:p>
        </p:txBody>
      </p:sp>
      <p:sp>
        <p:nvSpPr>
          <p:cNvPr id="1049273"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783"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771"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175" name="Title 1"/>
          <p:cNvSpPr>
            <a:spLocks noGrp="1"/>
          </p:cNvSpPr>
          <p:nvPr>
            <p:ph type="title"/>
          </p:nvPr>
        </p:nvSpPr>
        <p:spPr/>
        <p:txBody>
          <a:bodyPr/>
          <a:lstStyle/>
          <a:p>
            <a:r>
              <a:rPr lang="en-US"/>
              <a:t>Click to edit Master title style</a:t>
            </a:r>
            <a:endParaRPr lang="en-US" dirty="0"/>
          </a:p>
        </p:txBody>
      </p:sp>
      <p:sp>
        <p:nvSpPr>
          <p:cNvPr id="1049176"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77"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178" name="Footer Placeholder 4"/>
          <p:cNvSpPr>
            <a:spLocks noGrp="1"/>
          </p:cNvSpPr>
          <p:nvPr>
            <p:ph type="ftr" sz="quarter" idx="11"/>
          </p:nvPr>
        </p:nvSpPr>
        <p:spPr/>
        <p:txBody>
          <a:bodyPr/>
          <a:lstStyle/>
          <a:p>
            <a:endParaRPr lang="en-US" dirty="0"/>
          </a:p>
        </p:txBody>
      </p:sp>
      <p:sp>
        <p:nvSpPr>
          <p:cNvPr id="1049179"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18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18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18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85" name="Footer Placeholder 4"/>
          <p:cNvSpPr>
            <a:spLocks noGrp="1"/>
          </p:cNvSpPr>
          <p:nvPr>
            <p:ph type="ftr" sz="quarter" idx="11"/>
          </p:nvPr>
        </p:nvSpPr>
        <p:spPr/>
        <p:txBody>
          <a:bodyPr/>
          <a:lstStyle/>
          <a:p>
            <a:endParaRPr lang="en-US" dirty="0"/>
          </a:p>
        </p:txBody>
      </p:sp>
      <p:sp>
        <p:nvSpPr>
          <p:cNvPr id="104918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72"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778"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222" name="Title 1"/>
          <p:cNvSpPr>
            <a:spLocks noGrp="1"/>
          </p:cNvSpPr>
          <p:nvPr>
            <p:ph type="title"/>
          </p:nvPr>
        </p:nvSpPr>
        <p:spPr/>
        <p:txBody>
          <a:bodyPr/>
          <a:lstStyle/>
          <a:p>
            <a:r>
              <a:rPr lang="en-US"/>
              <a:t>Click to edit Master title style</a:t>
            </a:r>
            <a:endParaRPr lang="en-US" dirty="0"/>
          </a:p>
        </p:txBody>
      </p:sp>
      <p:sp>
        <p:nvSpPr>
          <p:cNvPr id="104922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2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25"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226" name="Footer Placeholder 5"/>
          <p:cNvSpPr>
            <a:spLocks noGrp="1"/>
          </p:cNvSpPr>
          <p:nvPr>
            <p:ph type="ftr" sz="quarter" idx="11"/>
          </p:nvPr>
        </p:nvSpPr>
        <p:spPr/>
        <p:txBody>
          <a:bodyPr/>
          <a:lstStyle/>
          <a:p>
            <a:endParaRPr lang="en-US" dirty="0"/>
          </a:p>
        </p:txBody>
      </p:sp>
      <p:sp>
        <p:nvSpPr>
          <p:cNvPr id="104922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260" name="Title 1"/>
          <p:cNvSpPr>
            <a:spLocks noGrp="1"/>
          </p:cNvSpPr>
          <p:nvPr>
            <p:ph type="title"/>
          </p:nvPr>
        </p:nvSpPr>
        <p:spPr/>
        <p:txBody>
          <a:bodyPr/>
          <a:lstStyle/>
          <a:p>
            <a:r>
              <a:rPr lang="en-US"/>
              <a:t>Click to edit Master title style</a:t>
            </a:r>
            <a:endParaRPr lang="en-US" dirty="0"/>
          </a:p>
        </p:txBody>
      </p:sp>
      <p:sp>
        <p:nvSpPr>
          <p:cNvPr id="1049261"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262"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63"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264"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65"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66" name="Footer Placeholder 7"/>
          <p:cNvSpPr>
            <a:spLocks noGrp="1"/>
          </p:cNvSpPr>
          <p:nvPr>
            <p:ph type="ftr" sz="quarter" idx="11"/>
          </p:nvPr>
        </p:nvSpPr>
        <p:spPr/>
        <p:txBody>
          <a:bodyPr/>
          <a:lstStyle/>
          <a:p>
            <a:endParaRPr lang="en-US" dirty="0"/>
          </a:p>
        </p:txBody>
      </p:sp>
      <p:sp>
        <p:nvSpPr>
          <p:cNvPr id="1049267"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2"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218" name="Title 1"/>
          <p:cNvSpPr>
            <a:spLocks noGrp="1"/>
          </p:cNvSpPr>
          <p:nvPr>
            <p:ph type="title"/>
          </p:nvPr>
        </p:nvSpPr>
        <p:spPr/>
        <p:txBody>
          <a:bodyPr/>
          <a:lstStyle/>
          <a:p>
            <a:r>
              <a:rPr lang="en-US"/>
              <a:t>Click to edit Master title style</a:t>
            </a:r>
            <a:endParaRPr lang="en-US" dirty="0"/>
          </a:p>
        </p:txBody>
      </p:sp>
      <p:sp>
        <p:nvSpPr>
          <p:cNvPr id="1049219"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20" name="Footer Placeholder 3"/>
          <p:cNvSpPr>
            <a:spLocks noGrp="1"/>
          </p:cNvSpPr>
          <p:nvPr>
            <p:ph type="ftr" sz="quarter" idx="11"/>
          </p:nvPr>
        </p:nvSpPr>
        <p:spPr/>
        <p:txBody>
          <a:bodyPr/>
          <a:lstStyle/>
          <a:p>
            <a:endParaRPr lang="en-US" dirty="0"/>
          </a:p>
        </p:txBody>
      </p:sp>
      <p:sp>
        <p:nvSpPr>
          <p:cNvPr id="1049221"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77"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238"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39" name="Footer Placeholder 2"/>
          <p:cNvSpPr>
            <a:spLocks noGrp="1"/>
          </p:cNvSpPr>
          <p:nvPr>
            <p:ph type="ftr" sz="quarter" idx="11"/>
          </p:nvPr>
        </p:nvSpPr>
        <p:spPr/>
        <p:txBody>
          <a:bodyPr/>
          <a:lstStyle/>
          <a:p>
            <a:endParaRPr lang="en-US" dirty="0"/>
          </a:p>
        </p:txBody>
      </p:sp>
      <p:sp>
        <p:nvSpPr>
          <p:cNvPr id="1049240"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187"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188"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89"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190"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91" name="Footer Placeholder 5"/>
          <p:cNvSpPr>
            <a:spLocks noGrp="1"/>
          </p:cNvSpPr>
          <p:nvPr>
            <p:ph type="ftr" sz="quarter" idx="11"/>
          </p:nvPr>
        </p:nvSpPr>
        <p:spPr/>
        <p:txBody>
          <a:bodyPr/>
          <a:lstStyle/>
          <a:p>
            <a:endParaRPr lang="en-US" dirty="0"/>
          </a:p>
        </p:txBody>
      </p:sp>
      <p:sp>
        <p:nvSpPr>
          <p:cNvPr id="1049192"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73"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241"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242"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243"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244"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45" name="Footer Placeholder 5"/>
          <p:cNvSpPr>
            <a:spLocks noGrp="1"/>
          </p:cNvSpPr>
          <p:nvPr>
            <p:ph type="ftr" sz="quarter" idx="11"/>
          </p:nvPr>
        </p:nvSpPr>
        <p:spPr/>
        <p:txBody>
          <a:bodyPr/>
          <a:lstStyle/>
          <a:p>
            <a:endParaRPr lang="en-US" dirty="0"/>
          </a:p>
        </p:txBody>
      </p:sp>
      <p:sp>
        <p:nvSpPr>
          <p:cNvPr id="1049246"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193"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194"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195"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196"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197" name="Footer Placeholder 5"/>
          <p:cNvSpPr>
            <a:spLocks noGrp="1"/>
          </p:cNvSpPr>
          <p:nvPr>
            <p:ph type="ftr" sz="quarter" idx="11"/>
          </p:nvPr>
        </p:nvSpPr>
        <p:spPr/>
        <p:txBody>
          <a:bodyPr/>
          <a:lstStyle/>
          <a:p>
            <a:endParaRPr lang="en-US" dirty="0"/>
          </a:p>
        </p:txBody>
      </p:sp>
      <p:sp>
        <p:nvSpPr>
          <p:cNvPr id="1049198"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233"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234"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3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36" name="Footer Placeholder 4"/>
          <p:cNvSpPr>
            <a:spLocks noGrp="1"/>
          </p:cNvSpPr>
          <p:nvPr>
            <p:ph type="ftr" sz="quarter" idx="11"/>
          </p:nvPr>
        </p:nvSpPr>
        <p:spPr/>
        <p:txBody>
          <a:bodyPr/>
          <a:lstStyle/>
          <a:p>
            <a:endParaRPr lang="en-US" dirty="0"/>
          </a:p>
        </p:txBody>
      </p:sp>
      <p:sp>
        <p:nvSpPr>
          <p:cNvPr id="104923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0"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199"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20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201"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0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03" name="Footer Placeholder 4"/>
          <p:cNvSpPr>
            <a:spLocks noGrp="1"/>
          </p:cNvSpPr>
          <p:nvPr>
            <p:ph type="ftr" sz="quarter" idx="11"/>
          </p:nvPr>
        </p:nvSpPr>
        <p:spPr/>
        <p:txBody>
          <a:bodyPr/>
          <a:lstStyle/>
          <a:p>
            <a:endParaRPr lang="en-US" dirty="0"/>
          </a:p>
        </p:txBody>
      </p:sp>
      <p:sp>
        <p:nvSpPr>
          <p:cNvPr id="104920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205"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206"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74"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255"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256"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5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58" name="Footer Placeholder 4"/>
          <p:cNvSpPr>
            <a:spLocks noGrp="1"/>
          </p:cNvSpPr>
          <p:nvPr>
            <p:ph type="ftr" sz="quarter" idx="11"/>
          </p:nvPr>
        </p:nvSpPr>
        <p:spPr/>
        <p:txBody>
          <a:bodyPr/>
          <a:lstStyle/>
          <a:p>
            <a:endParaRPr lang="en-US" dirty="0"/>
          </a:p>
        </p:txBody>
      </p:sp>
      <p:sp>
        <p:nvSpPr>
          <p:cNvPr id="104925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247"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248"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49"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5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51" name="Footer Placeholder 4"/>
          <p:cNvSpPr>
            <a:spLocks noGrp="1"/>
          </p:cNvSpPr>
          <p:nvPr>
            <p:ph type="ftr" sz="quarter" idx="11"/>
          </p:nvPr>
        </p:nvSpPr>
        <p:spPr/>
        <p:txBody>
          <a:bodyPr/>
          <a:lstStyle/>
          <a:p>
            <a:endParaRPr lang="en-US" dirty="0"/>
          </a:p>
        </p:txBody>
      </p:sp>
      <p:sp>
        <p:nvSpPr>
          <p:cNvPr id="104925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253"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254"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81"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21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213"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14"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1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16" name="Footer Placeholder 4"/>
          <p:cNvSpPr>
            <a:spLocks noGrp="1"/>
          </p:cNvSpPr>
          <p:nvPr>
            <p:ph type="ftr" sz="quarter" idx="11"/>
          </p:nvPr>
        </p:nvSpPr>
        <p:spPr/>
        <p:txBody>
          <a:bodyPr/>
          <a:lstStyle/>
          <a:p>
            <a:endParaRPr lang="en-US" dirty="0"/>
          </a:p>
        </p:txBody>
      </p:sp>
      <p:sp>
        <p:nvSpPr>
          <p:cNvPr id="104921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76"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228" name="Title 1"/>
          <p:cNvSpPr>
            <a:spLocks noGrp="1"/>
          </p:cNvSpPr>
          <p:nvPr>
            <p:ph type="title"/>
          </p:nvPr>
        </p:nvSpPr>
        <p:spPr/>
        <p:txBody>
          <a:bodyPr/>
          <a:lstStyle>
            <a:lvl1pPr algn="ctr"/>
          </a:lstStyle>
          <a:p>
            <a:r>
              <a:rPr lang="en-US"/>
              <a:t>Click to edit Master title style</a:t>
            </a:r>
            <a:endParaRPr lang="en-US" dirty="0"/>
          </a:p>
        </p:txBody>
      </p:sp>
      <p:sp>
        <p:nvSpPr>
          <p:cNvPr id="1049229"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3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31" name="Footer Placeholder 4"/>
          <p:cNvSpPr>
            <a:spLocks noGrp="1"/>
          </p:cNvSpPr>
          <p:nvPr>
            <p:ph type="ftr" sz="quarter" idx="11"/>
          </p:nvPr>
        </p:nvSpPr>
        <p:spPr/>
        <p:txBody>
          <a:bodyPr/>
          <a:lstStyle/>
          <a:p>
            <a:endParaRPr lang="en-US" dirty="0"/>
          </a:p>
        </p:txBody>
      </p:sp>
      <p:sp>
        <p:nvSpPr>
          <p:cNvPr id="104923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79"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207"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208"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0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10" name="Footer Placeholder 4"/>
          <p:cNvSpPr>
            <a:spLocks noGrp="1"/>
          </p:cNvSpPr>
          <p:nvPr>
            <p:ph type="ftr" sz="quarter" idx="11"/>
          </p:nvPr>
        </p:nvSpPr>
        <p:spPr/>
        <p:txBody>
          <a:bodyPr/>
          <a:lstStyle/>
          <a:p>
            <a:endParaRPr lang="en-US" dirty="0"/>
          </a:p>
        </p:txBody>
      </p:sp>
      <p:sp>
        <p:nvSpPr>
          <p:cNvPr id="104921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75"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349" name="Group 6"/>
          <p:cNvGrpSpPr/>
          <p:nvPr/>
        </p:nvGrpSpPr>
        <p:grpSpPr>
          <a:xfrm>
            <a:off x="-16934" y="0"/>
            <a:ext cx="12231160" cy="6856214"/>
            <a:chOff x="-16934" y="0"/>
            <a:chExt cx="12231160" cy="6856214"/>
          </a:xfrm>
        </p:grpSpPr>
        <p:pic>
          <p:nvPicPr>
            <p:cNvPr id="2097189"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373"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190"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191"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374"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375"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376"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377" name="Footer Placeholder 4"/>
          <p:cNvSpPr>
            <a:spLocks noGrp="1"/>
          </p:cNvSpPr>
          <p:nvPr>
            <p:ph type="ftr" sz="quarter" idx="11"/>
          </p:nvPr>
        </p:nvSpPr>
        <p:spPr>
          <a:xfrm>
            <a:off x="2692397" y="5037663"/>
            <a:ext cx="5214635" cy="279400"/>
          </a:xfrm>
        </p:spPr>
        <p:txBody>
          <a:bodyPr/>
          <a:lstStyle/>
          <a:p>
            <a:endParaRPr lang="en-US" dirty="0"/>
          </a:p>
        </p:txBody>
      </p:sp>
      <p:sp>
        <p:nvSpPr>
          <p:cNvPr id="1049378"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796"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791"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334" name="Title 1"/>
          <p:cNvSpPr>
            <a:spLocks noGrp="1"/>
          </p:cNvSpPr>
          <p:nvPr>
            <p:ph type="title"/>
          </p:nvPr>
        </p:nvSpPr>
        <p:spPr/>
        <p:txBody>
          <a:bodyPr/>
          <a:lstStyle/>
          <a:p>
            <a:r>
              <a:rPr lang="en-US"/>
              <a:t>Click to edit Master title style</a:t>
            </a:r>
            <a:endParaRPr lang="en-US" dirty="0"/>
          </a:p>
        </p:txBody>
      </p:sp>
      <p:sp>
        <p:nvSpPr>
          <p:cNvPr id="1049335"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36"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337" name="Footer Placeholder 4"/>
          <p:cNvSpPr>
            <a:spLocks noGrp="1"/>
          </p:cNvSpPr>
          <p:nvPr>
            <p:ph type="ftr" sz="quarter" idx="11"/>
          </p:nvPr>
        </p:nvSpPr>
        <p:spPr/>
        <p:txBody>
          <a:bodyPr/>
          <a:lstStyle/>
          <a:p>
            <a:endParaRPr lang="en-US" dirty="0"/>
          </a:p>
        </p:txBody>
      </p:sp>
      <p:sp>
        <p:nvSpPr>
          <p:cNvPr id="1049338"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288"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289"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29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91" name="Footer Placeholder 4"/>
          <p:cNvSpPr>
            <a:spLocks noGrp="1"/>
          </p:cNvSpPr>
          <p:nvPr>
            <p:ph type="ftr" sz="quarter" idx="11"/>
          </p:nvPr>
        </p:nvSpPr>
        <p:spPr/>
        <p:txBody>
          <a:bodyPr/>
          <a:lstStyle/>
          <a:p>
            <a:endParaRPr lang="en-US" dirty="0"/>
          </a:p>
        </p:txBody>
      </p:sp>
      <p:sp>
        <p:nvSpPr>
          <p:cNvPr id="104929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4"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790"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328" name="Title 1"/>
          <p:cNvSpPr>
            <a:spLocks noGrp="1"/>
          </p:cNvSpPr>
          <p:nvPr>
            <p:ph type="title"/>
          </p:nvPr>
        </p:nvSpPr>
        <p:spPr/>
        <p:txBody>
          <a:bodyPr/>
          <a:lstStyle/>
          <a:p>
            <a:r>
              <a:rPr lang="en-US"/>
              <a:t>Click to edit Master title style</a:t>
            </a:r>
            <a:endParaRPr lang="en-US" dirty="0"/>
          </a:p>
        </p:txBody>
      </p:sp>
      <p:sp>
        <p:nvSpPr>
          <p:cNvPr id="1049329"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30"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31"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332" name="Footer Placeholder 5"/>
          <p:cNvSpPr>
            <a:spLocks noGrp="1"/>
          </p:cNvSpPr>
          <p:nvPr>
            <p:ph type="ftr" sz="quarter" idx="11"/>
          </p:nvPr>
        </p:nvSpPr>
        <p:spPr/>
        <p:txBody>
          <a:bodyPr/>
          <a:lstStyle/>
          <a:p>
            <a:endParaRPr lang="en-US" dirty="0"/>
          </a:p>
        </p:txBody>
      </p:sp>
      <p:sp>
        <p:nvSpPr>
          <p:cNvPr id="1049333"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365" name="Title 1"/>
          <p:cNvSpPr>
            <a:spLocks noGrp="1"/>
          </p:cNvSpPr>
          <p:nvPr>
            <p:ph type="title"/>
          </p:nvPr>
        </p:nvSpPr>
        <p:spPr/>
        <p:txBody>
          <a:bodyPr/>
          <a:lstStyle/>
          <a:p>
            <a:r>
              <a:rPr lang="en-US"/>
              <a:t>Click to edit Master title style</a:t>
            </a:r>
            <a:endParaRPr lang="en-US" dirty="0"/>
          </a:p>
        </p:txBody>
      </p:sp>
      <p:sp>
        <p:nvSpPr>
          <p:cNvPr id="1049366"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367"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68"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369"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70"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71" name="Footer Placeholder 7"/>
          <p:cNvSpPr>
            <a:spLocks noGrp="1"/>
          </p:cNvSpPr>
          <p:nvPr>
            <p:ph type="ftr" sz="quarter" idx="11"/>
          </p:nvPr>
        </p:nvSpPr>
        <p:spPr/>
        <p:txBody>
          <a:bodyPr/>
          <a:lstStyle/>
          <a:p>
            <a:endParaRPr lang="en-US" dirty="0"/>
          </a:p>
        </p:txBody>
      </p:sp>
      <p:sp>
        <p:nvSpPr>
          <p:cNvPr id="1049372"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95"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324" name="Title 1"/>
          <p:cNvSpPr>
            <a:spLocks noGrp="1"/>
          </p:cNvSpPr>
          <p:nvPr>
            <p:ph type="title"/>
          </p:nvPr>
        </p:nvSpPr>
        <p:spPr/>
        <p:txBody>
          <a:bodyPr/>
          <a:lstStyle/>
          <a:p>
            <a:r>
              <a:rPr lang="en-US"/>
              <a:t>Click to edit Master title style</a:t>
            </a:r>
            <a:endParaRPr lang="en-US" dirty="0"/>
          </a:p>
        </p:txBody>
      </p:sp>
      <p:sp>
        <p:nvSpPr>
          <p:cNvPr id="1049325"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26" name="Footer Placeholder 3"/>
          <p:cNvSpPr>
            <a:spLocks noGrp="1"/>
          </p:cNvSpPr>
          <p:nvPr>
            <p:ph type="ftr" sz="quarter" idx="11"/>
          </p:nvPr>
        </p:nvSpPr>
        <p:spPr/>
        <p:txBody>
          <a:bodyPr/>
          <a:lstStyle/>
          <a:p>
            <a:endParaRPr lang="en-US" dirty="0"/>
          </a:p>
        </p:txBody>
      </p:sp>
      <p:sp>
        <p:nvSpPr>
          <p:cNvPr id="1049327"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9"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349"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50" name="Footer Placeholder 2"/>
          <p:cNvSpPr>
            <a:spLocks noGrp="1"/>
          </p:cNvSpPr>
          <p:nvPr>
            <p:ph type="ftr" sz="quarter" idx="11"/>
          </p:nvPr>
        </p:nvSpPr>
        <p:spPr/>
        <p:txBody>
          <a:bodyPr/>
          <a:lstStyle/>
          <a:p>
            <a:endParaRPr lang="en-US" dirty="0"/>
          </a:p>
        </p:txBody>
      </p:sp>
      <p:sp>
        <p:nvSpPr>
          <p:cNvPr id="1049351"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293"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294"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95"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296"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97" name="Footer Placeholder 5"/>
          <p:cNvSpPr>
            <a:spLocks noGrp="1"/>
          </p:cNvSpPr>
          <p:nvPr>
            <p:ph type="ftr" sz="quarter" idx="11"/>
          </p:nvPr>
        </p:nvSpPr>
        <p:spPr/>
        <p:txBody>
          <a:bodyPr/>
          <a:lstStyle/>
          <a:p>
            <a:endParaRPr lang="en-US" dirty="0"/>
          </a:p>
        </p:txBody>
      </p:sp>
      <p:sp>
        <p:nvSpPr>
          <p:cNvPr id="1049298"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5"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280"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281"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282"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283"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284" name="Footer Placeholder 5"/>
          <p:cNvSpPr>
            <a:spLocks noGrp="1"/>
          </p:cNvSpPr>
          <p:nvPr>
            <p:ph type="ftr" sz="quarter" idx="11"/>
          </p:nvPr>
        </p:nvSpPr>
        <p:spPr/>
        <p:txBody>
          <a:bodyPr/>
          <a:lstStyle/>
          <a:p>
            <a:endParaRPr lang="en-US" dirty="0"/>
          </a:p>
        </p:txBody>
      </p:sp>
      <p:sp>
        <p:nvSpPr>
          <p:cNvPr id="1049285"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299"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300"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301"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302"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03" name="Footer Placeholder 5"/>
          <p:cNvSpPr>
            <a:spLocks noGrp="1"/>
          </p:cNvSpPr>
          <p:nvPr>
            <p:ph type="ftr" sz="quarter" idx="11"/>
          </p:nvPr>
        </p:nvSpPr>
        <p:spPr/>
        <p:txBody>
          <a:bodyPr/>
          <a:lstStyle/>
          <a:p>
            <a:endParaRPr lang="en-US" dirty="0"/>
          </a:p>
        </p:txBody>
      </p:sp>
      <p:sp>
        <p:nvSpPr>
          <p:cNvPr id="1049304"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344"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345"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46"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47" name="Footer Placeholder 4"/>
          <p:cNvSpPr>
            <a:spLocks noGrp="1"/>
          </p:cNvSpPr>
          <p:nvPr>
            <p:ph type="ftr" sz="quarter" idx="11"/>
          </p:nvPr>
        </p:nvSpPr>
        <p:spPr/>
        <p:txBody>
          <a:bodyPr/>
          <a:lstStyle/>
          <a:p>
            <a:endParaRPr lang="en-US" dirty="0"/>
          </a:p>
        </p:txBody>
      </p:sp>
      <p:sp>
        <p:nvSpPr>
          <p:cNvPr id="1049348"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93"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305"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306"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307"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08"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09" name="Footer Placeholder 4"/>
          <p:cNvSpPr>
            <a:spLocks noGrp="1"/>
          </p:cNvSpPr>
          <p:nvPr>
            <p:ph type="ftr" sz="quarter" idx="11"/>
          </p:nvPr>
        </p:nvSpPr>
        <p:spPr/>
        <p:txBody>
          <a:bodyPr/>
          <a:lstStyle/>
          <a:p>
            <a:endParaRPr lang="en-US" dirty="0"/>
          </a:p>
        </p:txBody>
      </p:sp>
      <p:sp>
        <p:nvSpPr>
          <p:cNvPr id="1049310"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311"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312"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86"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360"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361"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6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63" name="Footer Placeholder 4"/>
          <p:cNvSpPr>
            <a:spLocks noGrp="1"/>
          </p:cNvSpPr>
          <p:nvPr>
            <p:ph type="ftr" sz="quarter" idx="11"/>
          </p:nvPr>
        </p:nvSpPr>
        <p:spPr/>
        <p:txBody>
          <a:bodyPr/>
          <a:lstStyle/>
          <a:p>
            <a:endParaRPr lang="en-US" dirty="0"/>
          </a:p>
        </p:txBody>
      </p:sp>
      <p:sp>
        <p:nvSpPr>
          <p:cNvPr id="104936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35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35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54"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5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56" name="Footer Placeholder 4"/>
          <p:cNvSpPr>
            <a:spLocks noGrp="1"/>
          </p:cNvSpPr>
          <p:nvPr>
            <p:ph type="ftr" sz="quarter" idx="11"/>
          </p:nvPr>
        </p:nvSpPr>
        <p:spPr/>
        <p:txBody>
          <a:bodyPr/>
          <a:lstStyle/>
          <a:p>
            <a:endParaRPr lang="en-US" dirty="0"/>
          </a:p>
        </p:txBody>
      </p:sp>
      <p:sp>
        <p:nvSpPr>
          <p:cNvPr id="104935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358"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359"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794"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318"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319"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20"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2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22" name="Footer Placeholder 4"/>
          <p:cNvSpPr>
            <a:spLocks noGrp="1"/>
          </p:cNvSpPr>
          <p:nvPr>
            <p:ph type="ftr" sz="quarter" idx="11"/>
          </p:nvPr>
        </p:nvSpPr>
        <p:spPr/>
        <p:txBody>
          <a:bodyPr/>
          <a:lstStyle/>
          <a:p>
            <a:endParaRPr lang="en-US" dirty="0"/>
          </a:p>
        </p:txBody>
      </p:sp>
      <p:sp>
        <p:nvSpPr>
          <p:cNvPr id="104932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8"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339" name="Title 1"/>
          <p:cNvSpPr>
            <a:spLocks noGrp="1"/>
          </p:cNvSpPr>
          <p:nvPr>
            <p:ph type="title"/>
          </p:nvPr>
        </p:nvSpPr>
        <p:spPr/>
        <p:txBody>
          <a:bodyPr/>
          <a:lstStyle>
            <a:lvl1pPr algn="ctr"/>
          </a:lstStyle>
          <a:p>
            <a:r>
              <a:rPr lang="en-US"/>
              <a:t>Click to edit Master title style</a:t>
            </a:r>
            <a:endParaRPr lang="en-US" dirty="0"/>
          </a:p>
        </p:txBody>
      </p:sp>
      <p:sp>
        <p:nvSpPr>
          <p:cNvPr id="1049340"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4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42" name="Footer Placeholder 4"/>
          <p:cNvSpPr>
            <a:spLocks noGrp="1"/>
          </p:cNvSpPr>
          <p:nvPr>
            <p:ph type="ftr" sz="quarter" idx="11"/>
          </p:nvPr>
        </p:nvSpPr>
        <p:spPr/>
        <p:txBody>
          <a:bodyPr/>
          <a:lstStyle/>
          <a:p>
            <a:endParaRPr lang="en-US" dirty="0"/>
          </a:p>
        </p:txBody>
      </p:sp>
      <p:sp>
        <p:nvSpPr>
          <p:cNvPr id="104934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92"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313"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314"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1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16" name="Footer Placeholder 4"/>
          <p:cNvSpPr>
            <a:spLocks noGrp="1"/>
          </p:cNvSpPr>
          <p:nvPr>
            <p:ph type="ftr" sz="quarter" idx="11"/>
          </p:nvPr>
        </p:nvSpPr>
        <p:spPr/>
        <p:txBody>
          <a:bodyPr/>
          <a:lstStyle/>
          <a:p>
            <a:endParaRPr lang="en-US" dirty="0"/>
          </a:p>
        </p:txBody>
      </p:sp>
      <p:sp>
        <p:nvSpPr>
          <p:cNvPr id="104931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87"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389" name="Group 6"/>
          <p:cNvGrpSpPr/>
          <p:nvPr/>
        </p:nvGrpSpPr>
        <p:grpSpPr>
          <a:xfrm>
            <a:off x="-16934" y="0"/>
            <a:ext cx="12231160" cy="6856214"/>
            <a:chOff x="-16934" y="0"/>
            <a:chExt cx="12231160" cy="6856214"/>
          </a:xfrm>
        </p:grpSpPr>
        <p:pic>
          <p:nvPicPr>
            <p:cNvPr id="2097196"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477"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197"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198"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478"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479"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480"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481" name="Footer Placeholder 4"/>
          <p:cNvSpPr>
            <a:spLocks noGrp="1"/>
          </p:cNvSpPr>
          <p:nvPr>
            <p:ph type="ftr" sz="quarter" idx="11"/>
          </p:nvPr>
        </p:nvSpPr>
        <p:spPr>
          <a:xfrm>
            <a:off x="2692397" y="5037663"/>
            <a:ext cx="5214635" cy="279400"/>
          </a:xfrm>
        </p:spPr>
        <p:txBody>
          <a:bodyPr/>
          <a:lstStyle/>
          <a:p>
            <a:endParaRPr lang="en-US" dirty="0"/>
          </a:p>
        </p:txBody>
      </p:sp>
      <p:sp>
        <p:nvSpPr>
          <p:cNvPr id="1049482"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809"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797"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385" name="Title 1"/>
          <p:cNvSpPr>
            <a:spLocks noGrp="1"/>
          </p:cNvSpPr>
          <p:nvPr>
            <p:ph type="title"/>
          </p:nvPr>
        </p:nvSpPr>
        <p:spPr/>
        <p:txBody>
          <a:bodyPr/>
          <a:lstStyle/>
          <a:p>
            <a:r>
              <a:rPr lang="en-US"/>
              <a:t>Click to edit Master title style</a:t>
            </a:r>
            <a:endParaRPr lang="en-US" dirty="0"/>
          </a:p>
        </p:txBody>
      </p:sp>
      <p:sp>
        <p:nvSpPr>
          <p:cNvPr id="1049386"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87"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388" name="Footer Placeholder 4"/>
          <p:cNvSpPr>
            <a:spLocks noGrp="1"/>
          </p:cNvSpPr>
          <p:nvPr>
            <p:ph type="ftr" sz="quarter" idx="11"/>
          </p:nvPr>
        </p:nvSpPr>
        <p:spPr/>
        <p:txBody>
          <a:bodyPr/>
          <a:lstStyle/>
          <a:p>
            <a:endParaRPr lang="en-US" dirty="0"/>
          </a:p>
        </p:txBody>
      </p:sp>
      <p:sp>
        <p:nvSpPr>
          <p:cNvPr id="1049389"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391"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392"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393"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394" name="Footer Placeholder 4"/>
          <p:cNvSpPr>
            <a:spLocks noGrp="1"/>
          </p:cNvSpPr>
          <p:nvPr>
            <p:ph type="ftr" sz="quarter" idx="11"/>
          </p:nvPr>
        </p:nvSpPr>
        <p:spPr/>
        <p:txBody>
          <a:bodyPr/>
          <a:lstStyle/>
          <a:p>
            <a:endParaRPr lang="en-US" dirty="0"/>
          </a:p>
        </p:txBody>
      </p:sp>
      <p:sp>
        <p:nvSpPr>
          <p:cNvPr id="104939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98"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804"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431" name="Title 1"/>
          <p:cNvSpPr>
            <a:spLocks noGrp="1"/>
          </p:cNvSpPr>
          <p:nvPr>
            <p:ph type="title"/>
          </p:nvPr>
        </p:nvSpPr>
        <p:spPr/>
        <p:txBody>
          <a:bodyPr/>
          <a:lstStyle/>
          <a:p>
            <a:r>
              <a:rPr lang="en-US"/>
              <a:t>Click to edit Master title style</a:t>
            </a:r>
            <a:endParaRPr lang="en-US" dirty="0"/>
          </a:p>
        </p:txBody>
      </p:sp>
      <p:sp>
        <p:nvSpPr>
          <p:cNvPr id="1049432"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33"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34"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435" name="Footer Placeholder 5"/>
          <p:cNvSpPr>
            <a:spLocks noGrp="1"/>
          </p:cNvSpPr>
          <p:nvPr>
            <p:ph type="ftr" sz="quarter" idx="11"/>
          </p:nvPr>
        </p:nvSpPr>
        <p:spPr/>
        <p:txBody>
          <a:bodyPr/>
          <a:lstStyle/>
          <a:p>
            <a:endParaRPr lang="en-US" dirty="0"/>
          </a:p>
        </p:txBody>
      </p:sp>
      <p:sp>
        <p:nvSpPr>
          <p:cNvPr id="1049436"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469" name="Title 1"/>
          <p:cNvSpPr>
            <a:spLocks noGrp="1"/>
          </p:cNvSpPr>
          <p:nvPr>
            <p:ph type="title"/>
          </p:nvPr>
        </p:nvSpPr>
        <p:spPr/>
        <p:txBody>
          <a:bodyPr/>
          <a:lstStyle/>
          <a:p>
            <a:r>
              <a:rPr lang="en-US"/>
              <a:t>Click to edit Master title style</a:t>
            </a:r>
            <a:endParaRPr lang="en-US" dirty="0"/>
          </a:p>
        </p:txBody>
      </p:sp>
      <p:sp>
        <p:nvSpPr>
          <p:cNvPr id="1049470"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471"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72"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473"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74"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75" name="Footer Placeholder 7"/>
          <p:cNvSpPr>
            <a:spLocks noGrp="1"/>
          </p:cNvSpPr>
          <p:nvPr>
            <p:ph type="ftr" sz="quarter" idx="11"/>
          </p:nvPr>
        </p:nvSpPr>
        <p:spPr/>
        <p:txBody>
          <a:bodyPr/>
          <a:lstStyle/>
          <a:p>
            <a:endParaRPr lang="en-US" dirty="0"/>
          </a:p>
        </p:txBody>
      </p:sp>
      <p:sp>
        <p:nvSpPr>
          <p:cNvPr id="1049476"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08"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427" name="Title 1"/>
          <p:cNvSpPr>
            <a:spLocks noGrp="1"/>
          </p:cNvSpPr>
          <p:nvPr>
            <p:ph type="title"/>
          </p:nvPr>
        </p:nvSpPr>
        <p:spPr/>
        <p:txBody>
          <a:bodyPr/>
          <a:lstStyle/>
          <a:p>
            <a:r>
              <a:rPr lang="en-US"/>
              <a:t>Click to edit Master title style</a:t>
            </a:r>
            <a:endParaRPr lang="en-US" dirty="0"/>
          </a:p>
        </p:txBody>
      </p:sp>
      <p:sp>
        <p:nvSpPr>
          <p:cNvPr id="1049428"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29" name="Footer Placeholder 3"/>
          <p:cNvSpPr>
            <a:spLocks noGrp="1"/>
          </p:cNvSpPr>
          <p:nvPr>
            <p:ph type="ftr" sz="quarter" idx="11"/>
          </p:nvPr>
        </p:nvSpPr>
        <p:spPr/>
        <p:txBody>
          <a:bodyPr/>
          <a:lstStyle/>
          <a:p>
            <a:endParaRPr lang="en-US" dirty="0"/>
          </a:p>
        </p:txBody>
      </p:sp>
      <p:sp>
        <p:nvSpPr>
          <p:cNvPr id="1049430"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03"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447"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48" name="Footer Placeholder 2"/>
          <p:cNvSpPr>
            <a:spLocks noGrp="1"/>
          </p:cNvSpPr>
          <p:nvPr>
            <p:ph type="ftr" sz="quarter" idx="11"/>
          </p:nvPr>
        </p:nvSpPr>
        <p:spPr/>
        <p:txBody>
          <a:bodyPr/>
          <a:lstStyle/>
          <a:p>
            <a:endParaRPr lang="en-US" dirty="0"/>
          </a:p>
        </p:txBody>
      </p:sp>
      <p:sp>
        <p:nvSpPr>
          <p:cNvPr id="1049449"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396"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397"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98"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399"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00" name="Footer Placeholder 5"/>
          <p:cNvSpPr>
            <a:spLocks noGrp="1"/>
          </p:cNvSpPr>
          <p:nvPr>
            <p:ph type="ftr" sz="quarter" idx="11"/>
          </p:nvPr>
        </p:nvSpPr>
        <p:spPr/>
        <p:txBody>
          <a:bodyPr/>
          <a:lstStyle/>
          <a:p>
            <a:endParaRPr lang="en-US" dirty="0"/>
          </a:p>
        </p:txBody>
      </p:sp>
      <p:sp>
        <p:nvSpPr>
          <p:cNvPr id="1049401"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799"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450"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451"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452"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453"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54" name="Footer Placeholder 5"/>
          <p:cNvSpPr>
            <a:spLocks noGrp="1"/>
          </p:cNvSpPr>
          <p:nvPr>
            <p:ph type="ftr" sz="quarter" idx="11"/>
          </p:nvPr>
        </p:nvSpPr>
        <p:spPr/>
        <p:txBody>
          <a:bodyPr/>
          <a:lstStyle/>
          <a:p>
            <a:endParaRPr lang="en-US" dirty="0"/>
          </a:p>
        </p:txBody>
      </p:sp>
      <p:sp>
        <p:nvSpPr>
          <p:cNvPr id="1049455"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40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40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40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405"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06" name="Footer Placeholder 5"/>
          <p:cNvSpPr>
            <a:spLocks noGrp="1"/>
          </p:cNvSpPr>
          <p:nvPr>
            <p:ph type="ftr" sz="quarter" idx="11"/>
          </p:nvPr>
        </p:nvSpPr>
        <p:spPr/>
        <p:txBody>
          <a:bodyPr/>
          <a:lstStyle/>
          <a:p>
            <a:endParaRPr lang="en-US" dirty="0"/>
          </a:p>
        </p:txBody>
      </p:sp>
      <p:sp>
        <p:nvSpPr>
          <p:cNvPr id="104940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44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44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4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45" name="Footer Placeholder 4"/>
          <p:cNvSpPr>
            <a:spLocks noGrp="1"/>
          </p:cNvSpPr>
          <p:nvPr>
            <p:ph type="ftr" sz="quarter" idx="11"/>
          </p:nvPr>
        </p:nvSpPr>
        <p:spPr/>
        <p:txBody>
          <a:bodyPr/>
          <a:lstStyle/>
          <a:p>
            <a:endParaRPr lang="en-US" dirty="0"/>
          </a:p>
        </p:txBody>
      </p:sp>
      <p:sp>
        <p:nvSpPr>
          <p:cNvPr id="104944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06"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408"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409"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410"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1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12" name="Footer Placeholder 4"/>
          <p:cNvSpPr>
            <a:spLocks noGrp="1"/>
          </p:cNvSpPr>
          <p:nvPr>
            <p:ph type="ftr" sz="quarter" idx="11"/>
          </p:nvPr>
        </p:nvSpPr>
        <p:spPr/>
        <p:txBody>
          <a:bodyPr/>
          <a:lstStyle/>
          <a:p>
            <a:endParaRPr lang="en-US" dirty="0"/>
          </a:p>
        </p:txBody>
      </p:sp>
      <p:sp>
        <p:nvSpPr>
          <p:cNvPr id="104941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4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4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00"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464"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465"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66"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67" name="Footer Placeholder 4"/>
          <p:cNvSpPr>
            <a:spLocks noGrp="1"/>
          </p:cNvSpPr>
          <p:nvPr>
            <p:ph type="ftr" sz="quarter" idx="11"/>
          </p:nvPr>
        </p:nvSpPr>
        <p:spPr/>
        <p:txBody>
          <a:bodyPr/>
          <a:lstStyle/>
          <a:p>
            <a:endParaRPr lang="en-US" dirty="0"/>
          </a:p>
        </p:txBody>
      </p:sp>
      <p:sp>
        <p:nvSpPr>
          <p:cNvPr id="1049468"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456"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457"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58"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5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60" name="Footer Placeholder 4"/>
          <p:cNvSpPr>
            <a:spLocks noGrp="1"/>
          </p:cNvSpPr>
          <p:nvPr>
            <p:ph type="ftr" sz="quarter" idx="11"/>
          </p:nvPr>
        </p:nvSpPr>
        <p:spPr/>
        <p:txBody>
          <a:bodyPr/>
          <a:lstStyle/>
          <a:p>
            <a:endParaRPr lang="en-US" dirty="0"/>
          </a:p>
        </p:txBody>
      </p:sp>
      <p:sp>
        <p:nvSpPr>
          <p:cNvPr id="104946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46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46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07"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421"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422"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2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2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25" name="Footer Placeholder 4"/>
          <p:cNvSpPr>
            <a:spLocks noGrp="1"/>
          </p:cNvSpPr>
          <p:nvPr>
            <p:ph type="ftr" sz="quarter" idx="11"/>
          </p:nvPr>
        </p:nvSpPr>
        <p:spPr/>
        <p:txBody>
          <a:bodyPr/>
          <a:lstStyle/>
          <a:p>
            <a:endParaRPr lang="en-US" dirty="0"/>
          </a:p>
        </p:txBody>
      </p:sp>
      <p:sp>
        <p:nvSpPr>
          <p:cNvPr id="104942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02"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437" name="Title 1"/>
          <p:cNvSpPr>
            <a:spLocks noGrp="1"/>
          </p:cNvSpPr>
          <p:nvPr>
            <p:ph type="title"/>
          </p:nvPr>
        </p:nvSpPr>
        <p:spPr/>
        <p:txBody>
          <a:bodyPr/>
          <a:lstStyle>
            <a:lvl1pPr algn="ctr"/>
          </a:lstStyle>
          <a:p>
            <a:r>
              <a:rPr lang="en-US"/>
              <a:t>Click to edit Master title style</a:t>
            </a:r>
            <a:endParaRPr lang="en-US" dirty="0"/>
          </a:p>
        </p:txBody>
      </p:sp>
      <p:sp>
        <p:nvSpPr>
          <p:cNvPr id="1049438"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3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40" name="Footer Placeholder 4"/>
          <p:cNvSpPr>
            <a:spLocks noGrp="1"/>
          </p:cNvSpPr>
          <p:nvPr>
            <p:ph type="ftr" sz="quarter" idx="11"/>
          </p:nvPr>
        </p:nvSpPr>
        <p:spPr/>
        <p:txBody>
          <a:bodyPr/>
          <a:lstStyle/>
          <a:p>
            <a:endParaRPr lang="en-US" dirty="0"/>
          </a:p>
        </p:txBody>
      </p:sp>
      <p:sp>
        <p:nvSpPr>
          <p:cNvPr id="104944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05"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416"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417"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18"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419" name="Footer Placeholder 4"/>
          <p:cNvSpPr>
            <a:spLocks noGrp="1"/>
          </p:cNvSpPr>
          <p:nvPr>
            <p:ph type="ftr" sz="quarter" idx="11"/>
          </p:nvPr>
        </p:nvSpPr>
        <p:spPr/>
        <p:txBody>
          <a:bodyPr/>
          <a:lstStyle/>
          <a:p>
            <a:endParaRPr lang="en-US" dirty="0"/>
          </a:p>
        </p:txBody>
      </p:sp>
      <p:sp>
        <p:nvSpPr>
          <p:cNvPr id="1049420"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01"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30" name="Group 6"/>
          <p:cNvGrpSpPr/>
          <p:nvPr/>
        </p:nvGrpSpPr>
        <p:grpSpPr>
          <a:xfrm>
            <a:off x="-16934" y="0"/>
            <a:ext cx="12231160" cy="6856214"/>
            <a:chOff x="-16934" y="0"/>
            <a:chExt cx="12231160" cy="6856214"/>
          </a:xfrm>
        </p:grpSpPr>
        <p:pic>
          <p:nvPicPr>
            <p:cNvPr id="2097202"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583"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203"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204"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584"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585"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586"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587" name="Footer Placeholder 4"/>
          <p:cNvSpPr>
            <a:spLocks noGrp="1"/>
          </p:cNvSpPr>
          <p:nvPr>
            <p:ph type="ftr" sz="quarter" idx="11"/>
          </p:nvPr>
        </p:nvSpPr>
        <p:spPr>
          <a:xfrm>
            <a:off x="2692397" y="5037663"/>
            <a:ext cx="5214635" cy="279400"/>
          </a:xfrm>
        </p:spPr>
        <p:txBody>
          <a:bodyPr/>
          <a:lstStyle/>
          <a:p>
            <a:endParaRPr lang="en-US" dirty="0"/>
          </a:p>
        </p:txBody>
      </p:sp>
      <p:sp>
        <p:nvSpPr>
          <p:cNvPr id="1049588"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822"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810"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490" name="Title 1"/>
          <p:cNvSpPr>
            <a:spLocks noGrp="1"/>
          </p:cNvSpPr>
          <p:nvPr>
            <p:ph type="title"/>
          </p:nvPr>
        </p:nvSpPr>
        <p:spPr/>
        <p:txBody>
          <a:bodyPr/>
          <a:lstStyle/>
          <a:p>
            <a:r>
              <a:rPr lang="en-US"/>
              <a:t>Click to edit Master title style</a:t>
            </a:r>
            <a:endParaRPr lang="en-US" dirty="0"/>
          </a:p>
        </p:txBody>
      </p:sp>
      <p:sp>
        <p:nvSpPr>
          <p:cNvPr id="1049491"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92"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493" name="Footer Placeholder 4"/>
          <p:cNvSpPr>
            <a:spLocks noGrp="1"/>
          </p:cNvSpPr>
          <p:nvPr>
            <p:ph type="ftr" sz="quarter" idx="11"/>
          </p:nvPr>
        </p:nvSpPr>
        <p:spPr/>
        <p:txBody>
          <a:bodyPr/>
          <a:lstStyle/>
          <a:p>
            <a:endParaRPr lang="en-US" dirty="0"/>
          </a:p>
        </p:txBody>
      </p:sp>
      <p:sp>
        <p:nvSpPr>
          <p:cNvPr id="1049494"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497"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498"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49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00" name="Footer Placeholder 4"/>
          <p:cNvSpPr>
            <a:spLocks noGrp="1"/>
          </p:cNvSpPr>
          <p:nvPr>
            <p:ph type="ftr" sz="quarter" idx="11"/>
          </p:nvPr>
        </p:nvSpPr>
        <p:spPr/>
        <p:txBody>
          <a:bodyPr/>
          <a:lstStyle/>
          <a:p>
            <a:endParaRPr lang="en-US" dirty="0"/>
          </a:p>
        </p:txBody>
      </p:sp>
      <p:sp>
        <p:nvSpPr>
          <p:cNvPr id="104950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1"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817"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537" name="Title 1"/>
          <p:cNvSpPr>
            <a:spLocks noGrp="1"/>
          </p:cNvSpPr>
          <p:nvPr>
            <p:ph type="title"/>
          </p:nvPr>
        </p:nvSpPr>
        <p:spPr/>
        <p:txBody>
          <a:bodyPr/>
          <a:lstStyle/>
          <a:p>
            <a:r>
              <a:rPr lang="en-US"/>
              <a:t>Click to edit Master title style</a:t>
            </a:r>
            <a:endParaRPr lang="en-US" dirty="0"/>
          </a:p>
        </p:txBody>
      </p:sp>
      <p:sp>
        <p:nvSpPr>
          <p:cNvPr id="1049538"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39"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40"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541" name="Footer Placeholder 5"/>
          <p:cNvSpPr>
            <a:spLocks noGrp="1"/>
          </p:cNvSpPr>
          <p:nvPr>
            <p:ph type="ftr" sz="quarter" idx="11"/>
          </p:nvPr>
        </p:nvSpPr>
        <p:spPr/>
        <p:txBody>
          <a:bodyPr/>
          <a:lstStyle/>
          <a:p>
            <a:endParaRPr lang="en-US" dirty="0"/>
          </a:p>
        </p:txBody>
      </p:sp>
      <p:sp>
        <p:nvSpPr>
          <p:cNvPr id="1049542"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575" name="Title 1"/>
          <p:cNvSpPr>
            <a:spLocks noGrp="1"/>
          </p:cNvSpPr>
          <p:nvPr>
            <p:ph type="title"/>
          </p:nvPr>
        </p:nvSpPr>
        <p:spPr/>
        <p:txBody>
          <a:bodyPr/>
          <a:lstStyle/>
          <a:p>
            <a:r>
              <a:rPr lang="en-US"/>
              <a:t>Click to edit Master title style</a:t>
            </a:r>
            <a:endParaRPr lang="en-US" dirty="0"/>
          </a:p>
        </p:txBody>
      </p:sp>
      <p:sp>
        <p:nvSpPr>
          <p:cNvPr id="1049576"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577"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78"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579"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80"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81" name="Footer Placeholder 7"/>
          <p:cNvSpPr>
            <a:spLocks noGrp="1"/>
          </p:cNvSpPr>
          <p:nvPr>
            <p:ph type="ftr" sz="quarter" idx="11"/>
          </p:nvPr>
        </p:nvSpPr>
        <p:spPr/>
        <p:txBody>
          <a:bodyPr/>
          <a:lstStyle/>
          <a:p>
            <a:endParaRPr lang="en-US" dirty="0"/>
          </a:p>
        </p:txBody>
      </p:sp>
      <p:sp>
        <p:nvSpPr>
          <p:cNvPr id="1049582"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21"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533" name="Title 1"/>
          <p:cNvSpPr>
            <a:spLocks noGrp="1"/>
          </p:cNvSpPr>
          <p:nvPr>
            <p:ph type="title"/>
          </p:nvPr>
        </p:nvSpPr>
        <p:spPr/>
        <p:txBody>
          <a:bodyPr/>
          <a:lstStyle/>
          <a:p>
            <a:r>
              <a:rPr lang="en-US"/>
              <a:t>Click to edit Master title style</a:t>
            </a:r>
            <a:endParaRPr lang="en-US" dirty="0"/>
          </a:p>
        </p:txBody>
      </p:sp>
      <p:sp>
        <p:nvSpPr>
          <p:cNvPr id="1049534"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35" name="Footer Placeholder 3"/>
          <p:cNvSpPr>
            <a:spLocks noGrp="1"/>
          </p:cNvSpPr>
          <p:nvPr>
            <p:ph type="ftr" sz="quarter" idx="11"/>
          </p:nvPr>
        </p:nvSpPr>
        <p:spPr/>
        <p:txBody>
          <a:bodyPr/>
          <a:lstStyle/>
          <a:p>
            <a:endParaRPr lang="en-US" dirty="0"/>
          </a:p>
        </p:txBody>
      </p:sp>
      <p:sp>
        <p:nvSpPr>
          <p:cNvPr id="1049536"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6"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553"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54" name="Footer Placeholder 2"/>
          <p:cNvSpPr>
            <a:spLocks noGrp="1"/>
          </p:cNvSpPr>
          <p:nvPr>
            <p:ph type="ftr" sz="quarter" idx="11"/>
          </p:nvPr>
        </p:nvSpPr>
        <p:spPr/>
        <p:txBody>
          <a:bodyPr/>
          <a:lstStyle/>
          <a:p>
            <a:endParaRPr lang="en-US" dirty="0"/>
          </a:p>
        </p:txBody>
      </p:sp>
      <p:sp>
        <p:nvSpPr>
          <p:cNvPr id="1049555"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50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50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0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505"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06" name="Footer Placeholder 5"/>
          <p:cNvSpPr>
            <a:spLocks noGrp="1"/>
          </p:cNvSpPr>
          <p:nvPr>
            <p:ph type="ftr" sz="quarter" idx="11"/>
          </p:nvPr>
        </p:nvSpPr>
        <p:spPr/>
        <p:txBody>
          <a:bodyPr/>
          <a:lstStyle/>
          <a:p>
            <a:endParaRPr lang="en-US" dirty="0"/>
          </a:p>
        </p:txBody>
      </p:sp>
      <p:sp>
        <p:nvSpPr>
          <p:cNvPr id="104950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2"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556"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55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558"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559"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60" name="Footer Placeholder 5"/>
          <p:cNvSpPr>
            <a:spLocks noGrp="1"/>
          </p:cNvSpPr>
          <p:nvPr>
            <p:ph type="ftr" sz="quarter" idx="11"/>
          </p:nvPr>
        </p:nvSpPr>
        <p:spPr/>
        <p:txBody>
          <a:bodyPr/>
          <a:lstStyle/>
          <a:p>
            <a:endParaRPr lang="en-US" dirty="0"/>
          </a:p>
        </p:txBody>
      </p:sp>
      <p:sp>
        <p:nvSpPr>
          <p:cNvPr id="1049561"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508"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509"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510"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511"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12" name="Footer Placeholder 5"/>
          <p:cNvSpPr>
            <a:spLocks noGrp="1"/>
          </p:cNvSpPr>
          <p:nvPr>
            <p:ph type="ftr" sz="quarter" idx="11"/>
          </p:nvPr>
        </p:nvSpPr>
        <p:spPr/>
        <p:txBody>
          <a:bodyPr/>
          <a:lstStyle/>
          <a:p>
            <a:endParaRPr lang="en-US" dirty="0"/>
          </a:p>
        </p:txBody>
      </p:sp>
      <p:sp>
        <p:nvSpPr>
          <p:cNvPr id="1049513"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548"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549"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5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51" name="Footer Placeholder 4"/>
          <p:cNvSpPr>
            <a:spLocks noGrp="1"/>
          </p:cNvSpPr>
          <p:nvPr>
            <p:ph type="ftr" sz="quarter" idx="11"/>
          </p:nvPr>
        </p:nvSpPr>
        <p:spPr/>
        <p:txBody>
          <a:bodyPr/>
          <a:lstStyle/>
          <a:p>
            <a:endParaRPr lang="en-US" dirty="0"/>
          </a:p>
        </p:txBody>
      </p:sp>
      <p:sp>
        <p:nvSpPr>
          <p:cNvPr id="104955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9"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514"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515"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516"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1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18" name="Footer Placeholder 4"/>
          <p:cNvSpPr>
            <a:spLocks noGrp="1"/>
          </p:cNvSpPr>
          <p:nvPr>
            <p:ph type="ftr" sz="quarter" idx="11"/>
          </p:nvPr>
        </p:nvSpPr>
        <p:spPr/>
        <p:txBody>
          <a:bodyPr/>
          <a:lstStyle/>
          <a:p>
            <a:endParaRPr lang="en-US" dirty="0"/>
          </a:p>
        </p:txBody>
      </p:sp>
      <p:sp>
        <p:nvSpPr>
          <p:cNvPr id="104951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520"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521"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13"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570"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571"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7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73" name="Footer Placeholder 4"/>
          <p:cNvSpPr>
            <a:spLocks noGrp="1"/>
          </p:cNvSpPr>
          <p:nvPr>
            <p:ph type="ftr" sz="quarter" idx="11"/>
          </p:nvPr>
        </p:nvSpPr>
        <p:spPr/>
        <p:txBody>
          <a:bodyPr/>
          <a:lstStyle/>
          <a:p>
            <a:endParaRPr lang="en-US" dirty="0"/>
          </a:p>
        </p:txBody>
      </p:sp>
      <p:sp>
        <p:nvSpPr>
          <p:cNvPr id="104957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56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56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64"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6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66" name="Footer Placeholder 4"/>
          <p:cNvSpPr>
            <a:spLocks noGrp="1"/>
          </p:cNvSpPr>
          <p:nvPr>
            <p:ph type="ftr" sz="quarter" idx="11"/>
          </p:nvPr>
        </p:nvSpPr>
        <p:spPr/>
        <p:txBody>
          <a:bodyPr/>
          <a:lstStyle/>
          <a:p>
            <a:endParaRPr lang="en-US" dirty="0"/>
          </a:p>
        </p:txBody>
      </p:sp>
      <p:sp>
        <p:nvSpPr>
          <p:cNvPr id="104956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568"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569"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20"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527"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528"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29"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53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31" name="Footer Placeholder 4"/>
          <p:cNvSpPr>
            <a:spLocks noGrp="1"/>
          </p:cNvSpPr>
          <p:nvPr>
            <p:ph type="ftr" sz="quarter" idx="11"/>
          </p:nvPr>
        </p:nvSpPr>
        <p:spPr/>
        <p:txBody>
          <a:bodyPr/>
          <a:lstStyle/>
          <a:p>
            <a:endParaRPr lang="en-US" dirty="0"/>
          </a:p>
        </p:txBody>
      </p:sp>
      <p:sp>
        <p:nvSpPr>
          <p:cNvPr id="104953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5"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543" name="Title 1"/>
          <p:cNvSpPr>
            <a:spLocks noGrp="1"/>
          </p:cNvSpPr>
          <p:nvPr>
            <p:ph type="title"/>
          </p:nvPr>
        </p:nvSpPr>
        <p:spPr/>
        <p:txBody>
          <a:bodyPr/>
          <a:lstStyle>
            <a:lvl1pPr algn="ctr"/>
          </a:lstStyle>
          <a:p>
            <a:r>
              <a:rPr lang="en-US"/>
              <a:t>Click to edit Master title style</a:t>
            </a:r>
            <a:endParaRPr lang="en-US" dirty="0"/>
          </a:p>
        </p:txBody>
      </p:sp>
      <p:sp>
        <p:nvSpPr>
          <p:cNvPr id="1049544"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4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46" name="Footer Placeholder 4"/>
          <p:cNvSpPr>
            <a:spLocks noGrp="1"/>
          </p:cNvSpPr>
          <p:nvPr>
            <p:ph type="ftr" sz="quarter" idx="11"/>
          </p:nvPr>
        </p:nvSpPr>
        <p:spPr/>
        <p:txBody>
          <a:bodyPr/>
          <a:lstStyle/>
          <a:p>
            <a:endParaRPr lang="en-US" dirty="0"/>
          </a:p>
        </p:txBody>
      </p:sp>
      <p:sp>
        <p:nvSpPr>
          <p:cNvPr id="104954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8"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52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52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2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525" name="Footer Placeholder 4"/>
          <p:cNvSpPr>
            <a:spLocks noGrp="1"/>
          </p:cNvSpPr>
          <p:nvPr>
            <p:ph type="ftr" sz="quarter" idx="11"/>
          </p:nvPr>
        </p:nvSpPr>
        <p:spPr/>
        <p:txBody>
          <a:bodyPr/>
          <a:lstStyle/>
          <a:p>
            <a:endParaRPr lang="en-US" dirty="0"/>
          </a:p>
        </p:txBody>
      </p:sp>
      <p:sp>
        <p:nvSpPr>
          <p:cNvPr id="104952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14"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71" name="Group 6"/>
          <p:cNvGrpSpPr/>
          <p:nvPr/>
        </p:nvGrpSpPr>
        <p:grpSpPr>
          <a:xfrm>
            <a:off x="-16934" y="0"/>
            <a:ext cx="12231160" cy="6856214"/>
            <a:chOff x="-16934" y="0"/>
            <a:chExt cx="12231160" cy="6856214"/>
          </a:xfrm>
        </p:grpSpPr>
        <p:pic>
          <p:nvPicPr>
            <p:cNvPr id="2097208"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688"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209"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210"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689"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690"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691"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692" name="Footer Placeholder 4"/>
          <p:cNvSpPr>
            <a:spLocks noGrp="1"/>
          </p:cNvSpPr>
          <p:nvPr>
            <p:ph type="ftr" sz="quarter" idx="11"/>
          </p:nvPr>
        </p:nvSpPr>
        <p:spPr>
          <a:xfrm>
            <a:off x="2692397" y="5037663"/>
            <a:ext cx="5214635" cy="279400"/>
          </a:xfrm>
        </p:spPr>
        <p:txBody>
          <a:bodyPr/>
          <a:lstStyle/>
          <a:p>
            <a:endParaRPr lang="en-US" dirty="0"/>
          </a:p>
        </p:txBody>
      </p:sp>
      <p:sp>
        <p:nvSpPr>
          <p:cNvPr id="1049693"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835"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823"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595" name="Title 1"/>
          <p:cNvSpPr>
            <a:spLocks noGrp="1"/>
          </p:cNvSpPr>
          <p:nvPr>
            <p:ph type="title"/>
          </p:nvPr>
        </p:nvSpPr>
        <p:spPr/>
        <p:txBody>
          <a:bodyPr/>
          <a:lstStyle/>
          <a:p>
            <a:r>
              <a:rPr lang="en-US"/>
              <a:t>Click to edit Master title style</a:t>
            </a:r>
            <a:endParaRPr lang="en-US" dirty="0"/>
          </a:p>
        </p:txBody>
      </p:sp>
      <p:sp>
        <p:nvSpPr>
          <p:cNvPr id="1049596"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97"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598" name="Footer Placeholder 4"/>
          <p:cNvSpPr>
            <a:spLocks noGrp="1"/>
          </p:cNvSpPr>
          <p:nvPr>
            <p:ph type="ftr" sz="quarter" idx="11"/>
          </p:nvPr>
        </p:nvSpPr>
        <p:spPr/>
        <p:txBody>
          <a:bodyPr/>
          <a:lstStyle/>
          <a:p>
            <a:endParaRPr lang="en-US" dirty="0"/>
          </a:p>
        </p:txBody>
      </p:sp>
      <p:sp>
        <p:nvSpPr>
          <p:cNvPr id="1049599"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60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60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0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05" name="Footer Placeholder 4"/>
          <p:cNvSpPr>
            <a:spLocks noGrp="1"/>
          </p:cNvSpPr>
          <p:nvPr>
            <p:ph type="ftr" sz="quarter" idx="11"/>
          </p:nvPr>
        </p:nvSpPr>
        <p:spPr/>
        <p:txBody>
          <a:bodyPr/>
          <a:lstStyle/>
          <a:p>
            <a:endParaRPr lang="en-US" dirty="0"/>
          </a:p>
        </p:txBody>
      </p:sp>
      <p:sp>
        <p:nvSpPr>
          <p:cNvPr id="104960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24"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830"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642" name="Title 1"/>
          <p:cNvSpPr>
            <a:spLocks noGrp="1"/>
          </p:cNvSpPr>
          <p:nvPr>
            <p:ph type="title"/>
          </p:nvPr>
        </p:nvSpPr>
        <p:spPr/>
        <p:txBody>
          <a:bodyPr/>
          <a:lstStyle/>
          <a:p>
            <a:r>
              <a:rPr lang="en-US"/>
              <a:t>Click to edit Master title style</a:t>
            </a:r>
            <a:endParaRPr lang="en-US" dirty="0"/>
          </a:p>
        </p:txBody>
      </p:sp>
      <p:sp>
        <p:nvSpPr>
          <p:cNvPr id="104964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4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45"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646" name="Footer Placeholder 5"/>
          <p:cNvSpPr>
            <a:spLocks noGrp="1"/>
          </p:cNvSpPr>
          <p:nvPr>
            <p:ph type="ftr" sz="quarter" idx="11"/>
          </p:nvPr>
        </p:nvSpPr>
        <p:spPr/>
        <p:txBody>
          <a:bodyPr/>
          <a:lstStyle/>
          <a:p>
            <a:endParaRPr lang="en-US" dirty="0"/>
          </a:p>
        </p:txBody>
      </p:sp>
      <p:sp>
        <p:nvSpPr>
          <p:cNvPr id="104964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680" name="Title 1"/>
          <p:cNvSpPr>
            <a:spLocks noGrp="1"/>
          </p:cNvSpPr>
          <p:nvPr>
            <p:ph type="title"/>
          </p:nvPr>
        </p:nvSpPr>
        <p:spPr/>
        <p:txBody>
          <a:bodyPr/>
          <a:lstStyle/>
          <a:p>
            <a:r>
              <a:rPr lang="en-US"/>
              <a:t>Click to edit Master title style</a:t>
            </a:r>
            <a:endParaRPr lang="en-US" dirty="0"/>
          </a:p>
        </p:txBody>
      </p:sp>
      <p:sp>
        <p:nvSpPr>
          <p:cNvPr id="1049681"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682"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83"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684"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85"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86" name="Footer Placeholder 7"/>
          <p:cNvSpPr>
            <a:spLocks noGrp="1"/>
          </p:cNvSpPr>
          <p:nvPr>
            <p:ph type="ftr" sz="quarter" idx="11"/>
          </p:nvPr>
        </p:nvSpPr>
        <p:spPr/>
        <p:txBody>
          <a:bodyPr/>
          <a:lstStyle/>
          <a:p>
            <a:endParaRPr lang="en-US" dirty="0"/>
          </a:p>
        </p:txBody>
      </p:sp>
      <p:sp>
        <p:nvSpPr>
          <p:cNvPr id="1049687"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34"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638" name="Title 1"/>
          <p:cNvSpPr>
            <a:spLocks noGrp="1"/>
          </p:cNvSpPr>
          <p:nvPr>
            <p:ph type="title"/>
          </p:nvPr>
        </p:nvSpPr>
        <p:spPr/>
        <p:txBody>
          <a:bodyPr/>
          <a:lstStyle/>
          <a:p>
            <a:r>
              <a:rPr lang="en-US"/>
              <a:t>Click to edit Master title style</a:t>
            </a:r>
            <a:endParaRPr lang="en-US" dirty="0"/>
          </a:p>
        </p:txBody>
      </p:sp>
      <p:sp>
        <p:nvSpPr>
          <p:cNvPr id="1049639"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40" name="Footer Placeholder 3"/>
          <p:cNvSpPr>
            <a:spLocks noGrp="1"/>
          </p:cNvSpPr>
          <p:nvPr>
            <p:ph type="ftr" sz="quarter" idx="11"/>
          </p:nvPr>
        </p:nvSpPr>
        <p:spPr/>
        <p:txBody>
          <a:bodyPr/>
          <a:lstStyle/>
          <a:p>
            <a:endParaRPr lang="en-US" dirty="0"/>
          </a:p>
        </p:txBody>
      </p:sp>
      <p:sp>
        <p:nvSpPr>
          <p:cNvPr id="1049641"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29"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658"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59" name="Footer Placeholder 2"/>
          <p:cNvSpPr>
            <a:spLocks noGrp="1"/>
          </p:cNvSpPr>
          <p:nvPr>
            <p:ph type="ftr" sz="quarter" idx="11"/>
          </p:nvPr>
        </p:nvSpPr>
        <p:spPr/>
        <p:txBody>
          <a:bodyPr/>
          <a:lstStyle/>
          <a:p>
            <a:endParaRPr lang="en-US" dirty="0"/>
          </a:p>
        </p:txBody>
      </p:sp>
      <p:sp>
        <p:nvSpPr>
          <p:cNvPr id="1049660"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607"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608"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09"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610"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11" name="Footer Placeholder 5"/>
          <p:cNvSpPr>
            <a:spLocks noGrp="1"/>
          </p:cNvSpPr>
          <p:nvPr>
            <p:ph type="ftr" sz="quarter" idx="11"/>
          </p:nvPr>
        </p:nvSpPr>
        <p:spPr/>
        <p:txBody>
          <a:bodyPr/>
          <a:lstStyle/>
          <a:p>
            <a:endParaRPr lang="en-US" dirty="0"/>
          </a:p>
        </p:txBody>
      </p:sp>
      <p:sp>
        <p:nvSpPr>
          <p:cNvPr id="1049612"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25"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661"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662"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663"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664"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65" name="Footer Placeholder 5"/>
          <p:cNvSpPr>
            <a:spLocks noGrp="1"/>
          </p:cNvSpPr>
          <p:nvPr>
            <p:ph type="ftr" sz="quarter" idx="11"/>
          </p:nvPr>
        </p:nvSpPr>
        <p:spPr/>
        <p:txBody>
          <a:bodyPr/>
          <a:lstStyle/>
          <a:p>
            <a:endParaRPr lang="en-US" dirty="0"/>
          </a:p>
        </p:txBody>
      </p:sp>
      <p:sp>
        <p:nvSpPr>
          <p:cNvPr id="1049666"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613"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614"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615"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616"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17" name="Footer Placeholder 5"/>
          <p:cNvSpPr>
            <a:spLocks noGrp="1"/>
          </p:cNvSpPr>
          <p:nvPr>
            <p:ph type="ftr" sz="quarter" idx="11"/>
          </p:nvPr>
        </p:nvSpPr>
        <p:spPr/>
        <p:txBody>
          <a:bodyPr/>
          <a:lstStyle/>
          <a:p>
            <a:endParaRPr lang="en-US" dirty="0"/>
          </a:p>
        </p:txBody>
      </p:sp>
      <p:sp>
        <p:nvSpPr>
          <p:cNvPr id="1049618"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653"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654"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5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56" name="Footer Placeholder 4"/>
          <p:cNvSpPr>
            <a:spLocks noGrp="1"/>
          </p:cNvSpPr>
          <p:nvPr>
            <p:ph type="ftr" sz="quarter" idx="11"/>
          </p:nvPr>
        </p:nvSpPr>
        <p:spPr/>
        <p:txBody>
          <a:bodyPr/>
          <a:lstStyle/>
          <a:p>
            <a:endParaRPr lang="en-US" dirty="0"/>
          </a:p>
        </p:txBody>
      </p:sp>
      <p:sp>
        <p:nvSpPr>
          <p:cNvPr id="104965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32"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619"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62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621"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2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23" name="Footer Placeholder 4"/>
          <p:cNvSpPr>
            <a:spLocks noGrp="1"/>
          </p:cNvSpPr>
          <p:nvPr>
            <p:ph type="ftr" sz="quarter" idx="11"/>
          </p:nvPr>
        </p:nvSpPr>
        <p:spPr/>
        <p:txBody>
          <a:bodyPr/>
          <a:lstStyle/>
          <a:p>
            <a:endParaRPr lang="en-US" dirty="0"/>
          </a:p>
        </p:txBody>
      </p:sp>
      <p:sp>
        <p:nvSpPr>
          <p:cNvPr id="104962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625"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626"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26"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675"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676"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7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78" name="Footer Placeholder 4"/>
          <p:cNvSpPr>
            <a:spLocks noGrp="1"/>
          </p:cNvSpPr>
          <p:nvPr>
            <p:ph type="ftr" sz="quarter" idx="11"/>
          </p:nvPr>
        </p:nvSpPr>
        <p:spPr/>
        <p:txBody>
          <a:bodyPr/>
          <a:lstStyle/>
          <a:p>
            <a:endParaRPr lang="en-US" dirty="0"/>
          </a:p>
        </p:txBody>
      </p:sp>
      <p:sp>
        <p:nvSpPr>
          <p:cNvPr id="104967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667"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668"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69"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7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71" name="Footer Placeholder 4"/>
          <p:cNvSpPr>
            <a:spLocks noGrp="1"/>
          </p:cNvSpPr>
          <p:nvPr>
            <p:ph type="ftr" sz="quarter" idx="11"/>
          </p:nvPr>
        </p:nvSpPr>
        <p:spPr/>
        <p:txBody>
          <a:bodyPr/>
          <a:lstStyle/>
          <a:p>
            <a:endParaRPr lang="en-US" dirty="0"/>
          </a:p>
        </p:txBody>
      </p:sp>
      <p:sp>
        <p:nvSpPr>
          <p:cNvPr id="104967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673"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674"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33"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63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633"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34"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63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36" name="Footer Placeholder 4"/>
          <p:cNvSpPr>
            <a:spLocks noGrp="1"/>
          </p:cNvSpPr>
          <p:nvPr>
            <p:ph type="ftr" sz="quarter" idx="11"/>
          </p:nvPr>
        </p:nvSpPr>
        <p:spPr/>
        <p:txBody>
          <a:bodyPr/>
          <a:lstStyle/>
          <a:p>
            <a:endParaRPr lang="en-US" dirty="0"/>
          </a:p>
        </p:txBody>
      </p:sp>
      <p:sp>
        <p:nvSpPr>
          <p:cNvPr id="104963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28"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648" name="Title 1"/>
          <p:cNvSpPr>
            <a:spLocks noGrp="1"/>
          </p:cNvSpPr>
          <p:nvPr>
            <p:ph type="title"/>
          </p:nvPr>
        </p:nvSpPr>
        <p:spPr/>
        <p:txBody>
          <a:bodyPr/>
          <a:lstStyle>
            <a:lvl1pPr algn="ctr"/>
          </a:lstStyle>
          <a:p>
            <a:r>
              <a:rPr lang="en-US"/>
              <a:t>Click to edit Master title style</a:t>
            </a:r>
            <a:endParaRPr lang="en-US" dirty="0"/>
          </a:p>
        </p:txBody>
      </p:sp>
      <p:sp>
        <p:nvSpPr>
          <p:cNvPr id="1049649"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5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51" name="Footer Placeholder 4"/>
          <p:cNvSpPr>
            <a:spLocks noGrp="1"/>
          </p:cNvSpPr>
          <p:nvPr>
            <p:ph type="ftr" sz="quarter" idx="11"/>
          </p:nvPr>
        </p:nvSpPr>
        <p:spPr/>
        <p:txBody>
          <a:bodyPr/>
          <a:lstStyle/>
          <a:p>
            <a:endParaRPr lang="en-US" dirty="0"/>
          </a:p>
        </p:txBody>
      </p:sp>
      <p:sp>
        <p:nvSpPr>
          <p:cNvPr id="104965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31"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627"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628"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2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630" name="Footer Placeholder 4"/>
          <p:cNvSpPr>
            <a:spLocks noGrp="1"/>
          </p:cNvSpPr>
          <p:nvPr>
            <p:ph type="ftr" sz="quarter" idx="11"/>
          </p:nvPr>
        </p:nvSpPr>
        <p:spPr/>
        <p:txBody>
          <a:bodyPr/>
          <a:lstStyle/>
          <a:p>
            <a:endParaRPr lang="en-US" dirty="0"/>
          </a:p>
        </p:txBody>
      </p:sp>
      <p:sp>
        <p:nvSpPr>
          <p:cNvPr id="104963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27"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511" name="Group 6"/>
          <p:cNvGrpSpPr/>
          <p:nvPr/>
        </p:nvGrpSpPr>
        <p:grpSpPr>
          <a:xfrm>
            <a:off x="-16934" y="0"/>
            <a:ext cx="12231160" cy="6856214"/>
            <a:chOff x="-16934" y="0"/>
            <a:chExt cx="12231160" cy="6856214"/>
          </a:xfrm>
        </p:grpSpPr>
        <p:pic>
          <p:nvPicPr>
            <p:cNvPr id="2097214"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793"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215"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216"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794"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795"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796"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797" name="Footer Placeholder 4"/>
          <p:cNvSpPr>
            <a:spLocks noGrp="1"/>
          </p:cNvSpPr>
          <p:nvPr>
            <p:ph type="ftr" sz="quarter" idx="11"/>
          </p:nvPr>
        </p:nvSpPr>
        <p:spPr>
          <a:xfrm>
            <a:off x="2692397" y="5037663"/>
            <a:ext cx="5214635" cy="279400"/>
          </a:xfrm>
        </p:spPr>
        <p:txBody>
          <a:bodyPr/>
          <a:lstStyle/>
          <a:p>
            <a:endParaRPr lang="en-US" dirty="0"/>
          </a:p>
        </p:txBody>
      </p:sp>
      <p:sp>
        <p:nvSpPr>
          <p:cNvPr id="1049798"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848"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836"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700" name="Title 1"/>
          <p:cNvSpPr>
            <a:spLocks noGrp="1"/>
          </p:cNvSpPr>
          <p:nvPr>
            <p:ph type="title"/>
          </p:nvPr>
        </p:nvSpPr>
        <p:spPr/>
        <p:txBody>
          <a:bodyPr/>
          <a:lstStyle/>
          <a:p>
            <a:r>
              <a:rPr lang="en-US"/>
              <a:t>Click to edit Master title style</a:t>
            </a:r>
            <a:endParaRPr lang="en-US" dirty="0"/>
          </a:p>
        </p:txBody>
      </p:sp>
      <p:sp>
        <p:nvSpPr>
          <p:cNvPr id="1049701"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02"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703" name="Footer Placeholder 4"/>
          <p:cNvSpPr>
            <a:spLocks noGrp="1"/>
          </p:cNvSpPr>
          <p:nvPr>
            <p:ph type="ftr" sz="quarter" idx="11"/>
          </p:nvPr>
        </p:nvSpPr>
        <p:spPr/>
        <p:txBody>
          <a:bodyPr/>
          <a:lstStyle/>
          <a:p>
            <a:endParaRPr lang="en-US" dirty="0"/>
          </a:p>
        </p:txBody>
      </p:sp>
      <p:sp>
        <p:nvSpPr>
          <p:cNvPr id="1049704"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707"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708"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0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10" name="Footer Placeholder 4"/>
          <p:cNvSpPr>
            <a:spLocks noGrp="1"/>
          </p:cNvSpPr>
          <p:nvPr>
            <p:ph type="ftr" sz="quarter" idx="11"/>
          </p:nvPr>
        </p:nvSpPr>
        <p:spPr/>
        <p:txBody>
          <a:bodyPr/>
          <a:lstStyle/>
          <a:p>
            <a:endParaRPr lang="en-US" dirty="0"/>
          </a:p>
        </p:txBody>
      </p:sp>
      <p:sp>
        <p:nvSpPr>
          <p:cNvPr id="104971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37"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843"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747" name="Title 1"/>
          <p:cNvSpPr>
            <a:spLocks noGrp="1"/>
          </p:cNvSpPr>
          <p:nvPr>
            <p:ph type="title"/>
          </p:nvPr>
        </p:nvSpPr>
        <p:spPr/>
        <p:txBody>
          <a:bodyPr/>
          <a:lstStyle/>
          <a:p>
            <a:r>
              <a:rPr lang="en-US"/>
              <a:t>Click to edit Master title style</a:t>
            </a:r>
            <a:endParaRPr lang="en-US" dirty="0"/>
          </a:p>
        </p:txBody>
      </p:sp>
      <p:sp>
        <p:nvSpPr>
          <p:cNvPr id="1049748"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49"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50"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751" name="Footer Placeholder 5"/>
          <p:cNvSpPr>
            <a:spLocks noGrp="1"/>
          </p:cNvSpPr>
          <p:nvPr>
            <p:ph type="ftr" sz="quarter" idx="11"/>
          </p:nvPr>
        </p:nvSpPr>
        <p:spPr/>
        <p:txBody>
          <a:bodyPr/>
          <a:lstStyle/>
          <a:p>
            <a:endParaRPr lang="en-US" dirty="0"/>
          </a:p>
        </p:txBody>
      </p:sp>
      <p:sp>
        <p:nvSpPr>
          <p:cNvPr id="1049752"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785" name="Title 1"/>
          <p:cNvSpPr>
            <a:spLocks noGrp="1"/>
          </p:cNvSpPr>
          <p:nvPr>
            <p:ph type="title"/>
          </p:nvPr>
        </p:nvSpPr>
        <p:spPr/>
        <p:txBody>
          <a:bodyPr/>
          <a:lstStyle/>
          <a:p>
            <a:r>
              <a:rPr lang="en-US"/>
              <a:t>Click to edit Master title style</a:t>
            </a:r>
            <a:endParaRPr lang="en-US" dirty="0"/>
          </a:p>
        </p:txBody>
      </p:sp>
      <p:sp>
        <p:nvSpPr>
          <p:cNvPr id="1049786"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787"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88"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789"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90"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91" name="Footer Placeholder 7"/>
          <p:cNvSpPr>
            <a:spLocks noGrp="1"/>
          </p:cNvSpPr>
          <p:nvPr>
            <p:ph type="ftr" sz="quarter" idx="11"/>
          </p:nvPr>
        </p:nvSpPr>
        <p:spPr/>
        <p:txBody>
          <a:bodyPr/>
          <a:lstStyle/>
          <a:p>
            <a:endParaRPr lang="en-US" dirty="0"/>
          </a:p>
        </p:txBody>
      </p:sp>
      <p:sp>
        <p:nvSpPr>
          <p:cNvPr id="1049792"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47"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743" name="Title 1"/>
          <p:cNvSpPr>
            <a:spLocks noGrp="1"/>
          </p:cNvSpPr>
          <p:nvPr>
            <p:ph type="title"/>
          </p:nvPr>
        </p:nvSpPr>
        <p:spPr/>
        <p:txBody>
          <a:bodyPr/>
          <a:lstStyle/>
          <a:p>
            <a:r>
              <a:rPr lang="en-US"/>
              <a:t>Click to edit Master title style</a:t>
            </a:r>
            <a:endParaRPr lang="en-US" dirty="0"/>
          </a:p>
        </p:txBody>
      </p:sp>
      <p:sp>
        <p:nvSpPr>
          <p:cNvPr id="1049744"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45" name="Footer Placeholder 3"/>
          <p:cNvSpPr>
            <a:spLocks noGrp="1"/>
          </p:cNvSpPr>
          <p:nvPr>
            <p:ph type="ftr" sz="quarter" idx="11"/>
          </p:nvPr>
        </p:nvSpPr>
        <p:spPr/>
        <p:txBody>
          <a:bodyPr/>
          <a:lstStyle/>
          <a:p>
            <a:endParaRPr lang="en-US" dirty="0"/>
          </a:p>
        </p:txBody>
      </p:sp>
      <p:sp>
        <p:nvSpPr>
          <p:cNvPr id="1049746"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42"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763"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64" name="Footer Placeholder 2"/>
          <p:cNvSpPr>
            <a:spLocks noGrp="1"/>
          </p:cNvSpPr>
          <p:nvPr>
            <p:ph type="ftr" sz="quarter" idx="11"/>
          </p:nvPr>
        </p:nvSpPr>
        <p:spPr/>
        <p:txBody>
          <a:bodyPr/>
          <a:lstStyle/>
          <a:p>
            <a:endParaRPr lang="en-US" dirty="0"/>
          </a:p>
        </p:txBody>
      </p:sp>
      <p:sp>
        <p:nvSpPr>
          <p:cNvPr id="1049765"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71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71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1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715"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16" name="Footer Placeholder 5"/>
          <p:cNvSpPr>
            <a:spLocks noGrp="1"/>
          </p:cNvSpPr>
          <p:nvPr>
            <p:ph type="ftr" sz="quarter" idx="11"/>
          </p:nvPr>
        </p:nvSpPr>
        <p:spPr/>
        <p:txBody>
          <a:bodyPr/>
          <a:lstStyle/>
          <a:p>
            <a:endParaRPr lang="en-US" dirty="0"/>
          </a:p>
        </p:txBody>
      </p:sp>
      <p:sp>
        <p:nvSpPr>
          <p:cNvPr id="104971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38"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766"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76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768"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769"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70" name="Footer Placeholder 5"/>
          <p:cNvSpPr>
            <a:spLocks noGrp="1"/>
          </p:cNvSpPr>
          <p:nvPr>
            <p:ph type="ftr" sz="quarter" idx="11"/>
          </p:nvPr>
        </p:nvSpPr>
        <p:spPr/>
        <p:txBody>
          <a:bodyPr/>
          <a:lstStyle/>
          <a:p>
            <a:endParaRPr lang="en-US" dirty="0"/>
          </a:p>
        </p:txBody>
      </p:sp>
      <p:sp>
        <p:nvSpPr>
          <p:cNvPr id="1049771"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718"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719"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720"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721"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22" name="Footer Placeholder 5"/>
          <p:cNvSpPr>
            <a:spLocks noGrp="1"/>
          </p:cNvSpPr>
          <p:nvPr>
            <p:ph type="ftr" sz="quarter" idx="11"/>
          </p:nvPr>
        </p:nvSpPr>
        <p:spPr/>
        <p:txBody>
          <a:bodyPr/>
          <a:lstStyle/>
          <a:p>
            <a:endParaRPr lang="en-US" dirty="0"/>
          </a:p>
        </p:txBody>
      </p:sp>
      <p:sp>
        <p:nvSpPr>
          <p:cNvPr id="1049723"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758"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759"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6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61" name="Footer Placeholder 4"/>
          <p:cNvSpPr>
            <a:spLocks noGrp="1"/>
          </p:cNvSpPr>
          <p:nvPr>
            <p:ph type="ftr" sz="quarter" idx="11"/>
          </p:nvPr>
        </p:nvSpPr>
        <p:spPr/>
        <p:txBody>
          <a:bodyPr/>
          <a:lstStyle/>
          <a:p>
            <a:endParaRPr lang="en-US" dirty="0"/>
          </a:p>
        </p:txBody>
      </p:sp>
      <p:sp>
        <p:nvSpPr>
          <p:cNvPr id="104976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45"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724"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725"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726"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27"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28" name="Footer Placeholder 4"/>
          <p:cNvSpPr>
            <a:spLocks noGrp="1"/>
          </p:cNvSpPr>
          <p:nvPr>
            <p:ph type="ftr" sz="quarter" idx="11"/>
          </p:nvPr>
        </p:nvSpPr>
        <p:spPr/>
        <p:txBody>
          <a:bodyPr/>
          <a:lstStyle/>
          <a:p>
            <a:endParaRPr lang="en-US" dirty="0"/>
          </a:p>
        </p:txBody>
      </p:sp>
      <p:sp>
        <p:nvSpPr>
          <p:cNvPr id="1049729"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730"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731"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39"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780"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781"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82"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83" name="Footer Placeholder 4"/>
          <p:cNvSpPr>
            <a:spLocks noGrp="1"/>
          </p:cNvSpPr>
          <p:nvPr>
            <p:ph type="ftr" sz="quarter" idx="11"/>
          </p:nvPr>
        </p:nvSpPr>
        <p:spPr/>
        <p:txBody>
          <a:bodyPr/>
          <a:lstStyle/>
          <a:p>
            <a:endParaRPr lang="en-US" dirty="0"/>
          </a:p>
        </p:txBody>
      </p:sp>
      <p:sp>
        <p:nvSpPr>
          <p:cNvPr id="1049784"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77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77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74"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7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76" name="Footer Placeholder 4"/>
          <p:cNvSpPr>
            <a:spLocks noGrp="1"/>
          </p:cNvSpPr>
          <p:nvPr>
            <p:ph type="ftr" sz="quarter" idx="11"/>
          </p:nvPr>
        </p:nvSpPr>
        <p:spPr/>
        <p:txBody>
          <a:bodyPr/>
          <a:lstStyle/>
          <a:p>
            <a:endParaRPr lang="en-US" dirty="0"/>
          </a:p>
        </p:txBody>
      </p:sp>
      <p:sp>
        <p:nvSpPr>
          <p:cNvPr id="104977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778"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779"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46"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737"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738"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39"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740"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41" name="Footer Placeholder 4"/>
          <p:cNvSpPr>
            <a:spLocks noGrp="1"/>
          </p:cNvSpPr>
          <p:nvPr>
            <p:ph type="ftr" sz="quarter" idx="11"/>
          </p:nvPr>
        </p:nvSpPr>
        <p:spPr/>
        <p:txBody>
          <a:bodyPr/>
          <a:lstStyle/>
          <a:p>
            <a:endParaRPr lang="en-US" dirty="0"/>
          </a:p>
        </p:txBody>
      </p:sp>
      <p:sp>
        <p:nvSpPr>
          <p:cNvPr id="1049742"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41"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753" name="Title 1"/>
          <p:cNvSpPr>
            <a:spLocks noGrp="1"/>
          </p:cNvSpPr>
          <p:nvPr>
            <p:ph type="title"/>
          </p:nvPr>
        </p:nvSpPr>
        <p:spPr/>
        <p:txBody>
          <a:bodyPr/>
          <a:lstStyle>
            <a:lvl1pPr algn="ctr"/>
          </a:lstStyle>
          <a:p>
            <a:r>
              <a:rPr lang="en-US"/>
              <a:t>Click to edit Master title style</a:t>
            </a:r>
            <a:endParaRPr lang="en-US" dirty="0"/>
          </a:p>
        </p:txBody>
      </p:sp>
      <p:sp>
        <p:nvSpPr>
          <p:cNvPr id="1049754"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55"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56" name="Footer Placeholder 4"/>
          <p:cNvSpPr>
            <a:spLocks noGrp="1"/>
          </p:cNvSpPr>
          <p:nvPr>
            <p:ph type="ftr" sz="quarter" idx="11"/>
          </p:nvPr>
        </p:nvSpPr>
        <p:spPr/>
        <p:txBody>
          <a:bodyPr/>
          <a:lstStyle/>
          <a:p>
            <a:endParaRPr lang="en-US" dirty="0"/>
          </a:p>
        </p:txBody>
      </p:sp>
      <p:sp>
        <p:nvSpPr>
          <p:cNvPr id="1049757"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44"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73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73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73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735" name="Footer Placeholder 4"/>
          <p:cNvSpPr>
            <a:spLocks noGrp="1"/>
          </p:cNvSpPr>
          <p:nvPr>
            <p:ph type="ftr" sz="quarter" idx="11"/>
          </p:nvPr>
        </p:nvSpPr>
        <p:spPr/>
        <p:txBody>
          <a:bodyPr/>
          <a:lstStyle/>
          <a:p>
            <a:endParaRPr lang="en-US" dirty="0"/>
          </a:p>
        </p:txBody>
      </p:sp>
      <p:sp>
        <p:nvSpPr>
          <p:cNvPr id="104973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40"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551" name="Group 6"/>
          <p:cNvGrpSpPr/>
          <p:nvPr/>
        </p:nvGrpSpPr>
        <p:grpSpPr>
          <a:xfrm>
            <a:off x="-16934" y="0"/>
            <a:ext cx="12231160" cy="6856214"/>
            <a:chOff x="-16934" y="0"/>
            <a:chExt cx="12231160" cy="6856214"/>
          </a:xfrm>
        </p:grpSpPr>
        <p:pic>
          <p:nvPicPr>
            <p:cNvPr id="2097221"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49897"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222"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223"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49898"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49899"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9900"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49901" name="Footer Placeholder 4"/>
          <p:cNvSpPr>
            <a:spLocks noGrp="1"/>
          </p:cNvSpPr>
          <p:nvPr>
            <p:ph type="ftr" sz="quarter" idx="11"/>
          </p:nvPr>
        </p:nvSpPr>
        <p:spPr>
          <a:xfrm>
            <a:off x="2692397" y="5037663"/>
            <a:ext cx="5214635" cy="279400"/>
          </a:xfrm>
        </p:spPr>
        <p:txBody>
          <a:bodyPr/>
          <a:lstStyle/>
          <a:p>
            <a:endParaRPr lang="en-US" dirty="0"/>
          </a:p>
        </p:txBody>
      </p:sp>
      <p:sp>
        <p:nvSpPr>
          <p:cNvPr id="1049902"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861"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849"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805" name="Title 1"/>
          <p:cNvSpPr>
            <a:spLocks noGrp="1"/>
          </p:cNvSpPr>
          <p:nvPr>
            <p:ph type="title"/>
          </p:nvPr>
        </p:nvSpPr>
        <p:spPr/>
        <p:txBody>
          <a:bodyPr/>
          <a:lstStyle/>
          <a:p>
            <a:r>
              <a:rPr lang="en-US"/>
              <a:t>Click to edit Master title style</a:t>
            </a:r>
            <a:endParaRPr lang="en-US" dirty="0"/>
          </a:p>
        </p:txBody>
      </p:sp>
      <p:sp>
        <p:nvSpPr>
          <p:cNvPr id="1049806"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07"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808" name="Footer Placeholder 4"/>
          <p:cNvSpPr>
            <a:spLocks noGrp="1"/>
          </p:cNvSpPr>
          <p:nvPr>
            <p:ph type="ftr" sz="quarter" idx="11"/>
          </p:nvPr>
        </p:nvSpPr>
        <p:spPr/>
        <p:txBody>
          <a:bodyPr/>
          <a:lstStyle/>
          <a:p>
            <a:endParaRPr lang="en-US" dirty="0"/>
          </a:p>
        </p:txBody>
      </p:sp>
      <p:sp>
        <p:nvSpPr>
          <p:cNvPr id="1049809"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811"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812"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13"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14" name="Footer Placeholder 4"/>
          <p:cNvSpPr>
            <a:spLocks noGrp="1"/>
          </p:cNvSpPr>
          <p:nvPr>
            <p:ph type="ftr" sz="quarter" idx="11"/>
          </p:nvPr>
        </p:nvSpPr>
        <p:spPr/>
        <p:txBody>
          <a:bodyPr/>
          <a:lstStyle/>
          <a:p>
            <a:endParaRPr lang="en-US" dirty="0"/>
          </a:p>
        </p:txBody>
      </p:sp>
      <p:sp>
        <p:nvSpPr>
          <p:cNvPr id="104981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0"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856"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851" name="Title 1"/>
          <p:cNvSpPr>
            <a:spLocks noGrp="1"/>
          </p:cNvSpPr>
          <p:nvPr>
            <p:ph type="title"/>
          </p:nvPr>
        </p:nvSpPr>
        <p:spPr/>
        <p:txBody>
          <a:bodyPr/>
          <a:lstStyle/>
          <a:p>
            <a:r>
              <a:rPr lang="en-US"/>
              <a:t>Click to edit Master title style</a:t>
            </a:r>
            <a:endParaRPr lang="en-US" dirty="0"/>
          </a:p>
        </p:txBody>
      </p:sp>
      <p:sp>
        <p:nvSpPr>
          <p:cNvPr id="1049852"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53"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54"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855" name="Footer Placeholder 5"/>
          <p:cNvSpPr>
            <a:spLocks noGrp="1"/>
          </p:cNvSpPr>
          <p:nvPr>
            <p:ph type="ftr" sz="quarter" idx="11"/>
          </p:nvPr>
        </p:nvSpPr>
        <p:spPr/>
        <p:txBody>
          <a:bodyPr/>
          <a:lstStyle/>
          <a:p>
            <a:endParaRPr lang="en-US" dirty="0"/>
          </a:p>
        </p:txBody>
      </p:sp>
      <p:sp>
        <p:nvSpPr>
          <p:cNvPr id="1049856"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889" name="Title 1"/>
          <p:cNvSpPr>
            <a:spLocks noGrp="1"/>
          </p:cNvSpPr>
          <p:nvPr>
            <p:ph type="title"/>
          </p:nvPr>
        </p:nvSpPr>
        <p:spPr/>
        <p:txBody>
          <a:bodyPr/>
          <a:lstStyle/>
          <a:p>
            <a:r>
              <a:rPr lang="en-US"/>
              <a:t>Click to edit Master title style</a:t>
            </a:r>
            <a:endParaRPr lang="en-US" dirty="0"/>
          </a:p>
        </p:txBody>
      </p:sp>
      <p:sp>
        <p:nvSpPr>
          <p:cNvPr id="1049890"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891"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92"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893"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94"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95" name="Footer Placeholder 7"/>
          <p:cNvSpPr>
            <a:spLocks noGrp="1"/>
          </p:cNvSpPr>
          <p:nvPr>
            <p:ph type="ftr" sz="quarter" idx="11"/>
          </p:nvPr>
        </p:nvSpPr>
        <p:spPr/>
        <p:txBody>
          <a:bodyPr/>
          <a:lstStyle/>
          <a:p>
            <a:endParaRPr lang="en-US" dirty="0"/>
          </a:p>
        </p:txBody>
      </p:sp>
      <p:sp>
        <p:nvSpPr>
          <p:cNvPr id="1049896"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60"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847" name="Title 1"/>
          <p:cNvSpPr>
            <a:spLocks noGrp="1"/>
          </p:cNvSpPr>
          <p:nvPr>
            <p:ph type="title"/>
          </p:nvPr>
        </p:nvSpPr>
        <p:spPr/>
        <p:txBody>
          <a:bodyPr/>
          <a:lstStyle/>
          <a:p>
            <a:r>
              <a:rPr lang="en-US"/>
              <a:t>Click to edit Master title style</a:t>
            </a:r>
            <a:endParaRPr lang="en-US" dirty="0"/>
          </a:p>
        </p:txBody>
      </p:sp>
      <p:sp>
        <p:nvSpPr>
          <p:cNvPr id="1049848"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49" name="Footer Placeholder 3"/>
          <p:cNvSpPr>
            <a:spLocks noGrp="1"/>
          </p:cNvSpPr>
          <p:nvPr>
            <p:ph type="ftr" sz="quarter" idx="11"/>
          </p:nvPr>
        </p:nvSpPr>
        <p:spPr/>
        <p:txBody>
          <a:bodyPr/>
          <a:lstStyle/>
          <a:p>
            <a:endParaRPr lang="en-US" dirty="0"/>
          </a:p>
        </p:txBody>
      </p:sp>
      <p:sp>
        <p:nvSpPr>
          <p:cNvPr id="1049850"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5"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867"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68" name="Footer Placeholder 2"/>
          <p:cNvSpPr>
            <a:spLocks noGrp="1"/>
          </p:cNvSpPr>
          <p:nvPr>
            <p:ph type="ftr" sz="quarter" idx="11"/>
          </p:nvPr>
        </p:nvSpPr>
        <p:spPr/>
        <p:txBody>
          <a:bodyPr/>
          <a:lstStyle/>
          <a:p>
            <a:endParaRPr lang="en-US" dirty="0"/>
          </a:p>
        </p:txBody>
      </p:sp>
      <p:sp>
        <p:nvSpPr>
          <p:cNvPr id="1049869"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816"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817"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18"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819"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20" name="Footer Placeholder 5"/>
          <p:cNvSpPr>
            <a:spLocks noGrp="1"/>
          </p:cNvSpPr>
          <p:nvPr>
            <p:ph type="ftr" sz="quarter" idx="11"/>
          </p:nvPr>
        </p:nvSpPr>
        <p:spPr/>
        <p:txBody>
          <a:bodyPr/>
          <a:lstStyle/>
          <a:p>
            <a:endParaRPr lang="en-US" dirty="0"/>
          </a:p>
        </p:txBody>
      </p:sp>
      <p:sp>
        <p:nvSpPr>
          <p:cNvPr id="1049821"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1"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870"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871"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872"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873"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74" name="Footer Placeholder 5"/>
          <p:cNvSpPr>
            <a:spLocks noGrp="1"/>
          </p:cNvSpPr>
          <p:nvPr>
            <p:ph type="ftr" sz="quarter" idx="11"/>
          </p:nvPr>
        </p:nvSpPr>
        <p:spPr/>
        <p:txBody>
          <a:bodyPr/>
          <a:lstStyle/>
          <a:p>
            <a:endParaRPr lang="en-US" dirty="0"/>
          </a:p>
        </p:txBody>
      </p:sp>
      <p:sp>
        <p:nvSpPr>
          <p:cNvPr id="1049875"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82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82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82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825"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26" name="Footer Placeholder 5"/>
          <p:cNvSpPr>
            <a:spLocks noGrp="1"/>
          </p:cNvSpPr>
          <p:nvPr>
            <p:ph type="ftr" sz="quarter" idx="11"/>
          </p:nvPr>
        </p:nvSpPr>
        <p:spPr/>
        <p:txBody>
          <a:bodyPr/>
          <a:lstStyle/>
          <a:p>
            <a:endParaRPr lang="en-US" dirty="0"/>
          </a:p>
        </p:txBody>
      </p:sp>
      <p:sp>
        <p:nvSpPr>
          <p:cNvPr id="1049827"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86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86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6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65" name="Footer Placeholder 4"/>
          <p:cNvSpPr>
            <a:spLocks noGrp="1"/>
          </p:cNvSpPr>
          <p:nvPr>
            <p:ph type="ftr" sz="quarter" idx="11"/>
          </p:nvPr>
        </p:nvSpPr>
        <p:spPr/>
        <p:txBody>
          <a:bodyPr/>
          <a:lstStyle/>
          <a:p>
            <a:endParaRPr lang="en-US" dirty="0"/>
          </a:p>
        </p:txBody>
      </p:sp>
      <p:sp>
        <p:nvSpPr>
          <p:cNvPr id="104986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8"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828"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829"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830"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3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32" name="Footer Placeholder 4"/>
          <p:cNvSpPr>
            <a:spLocks noGrp="1"/>
          </p:cNvSpPr>
          <p:nvPr>
            <p:ph type="ftr" sz="quarter" idx="11"/>
          </p:nvPr>
        </p:nvSpPr>
        <p:spPr/>
        <p:txBody>
          <a:bodyPr/>
          <a:lstStyle/>
          <a:p>
            <a:endParaRPr lang="en-US" dirty="0"/>
          </a:p>
        </p:txBody>
      </p:sp>
      <p:sp>
        <p:nvSpPr>
          <p:cNvPr id="104983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83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83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52"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884"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885"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86"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87" name="Footer Placeholder 4"/>
          <p:cNvSpPr>
            <a:spLocks noGrp="1"/>
          </p:cNvSpPr>
          <p:nvPr>
            <p:ph type="ftr" sz="quarter" idx="11"/>
          </p:nvPr>
        </p:nvSpPr>
        <p:spPr/>
        <p:txBody>
          <a:bodyPr/>
          <a:lstStyle/>
          <a:p>
            <a:endParaRPr lang="en-US" dirty="0"/>
          </a:p>
        </p:txBody>
      </p:sp>
      <p:sp>
        <p:nvSpPr>
          <p:cNvPr id="1049888"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876"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877"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78"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7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80" name="Footer Placeholder 4"/>
          <p:cNvSpPr>
            <a:spLocks noGrp="1"/>
          </p:cNvSpPr>
          <p:nvPr>
            <p:ph type="ftr" sz="quarter" idx="11"/>
          </p:nvPr>
        </p:nvSpPr>
        <p:spPr/>
        <p:txBody>
          <a:bodyPr/>
          <a:lstStyle/>
          <a:p>
            <a:endParaRPr lang="en-US" dirty="0"/>
          </a:p>
        </p:txBody>
      </p:sp>
      <p:sp>
        <p:nvSpPr>
          <p:cNvPr id="104988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88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88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59"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841"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842"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4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84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45" name="Footer Placeholder 4"/>
          <p:cNvSpPr>
            <a:spLocks noGrp="1"/>
          </p:cNvSpPr>
          <p:nvPr>
            <p:ph type="ftr" sz="quarter" idx="11"/>
          </p:nvPr>
        </p:nvSpPr>
        <p:spPr/>
        <p:txBody>
          <a:bodyPr/>
          <a:lstStyle/>
          <a:p>
            <a:endParaRPr lang="en-US" dirty="0"/>
          </a:p>
        </p:txBody>
      </p:sp>
      <p:sp>
        <p:nvSpPr>
          <p:cNvPr id="104984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4"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857" name="Title 1"/>
          <p:cNvSpPr>
            <a:spLocks noGrp="1"/>
          </p:cNvSpPr>
          <p:nvPr>
            <p:ph type="title"/>
          </p:nvPr>
        </p:nvSpPr>
        <p:spPr/>
        <p:txBody>
          <a:bodyPr/>
          <a:lstStyle>
            <a:lvl1pPr algn="ctr"/>
          </a:lstStyle>
          <a:p>
            <a:r>
              <a:rPr lang="en-US"/>
              <a:t>Click to edit Master title style</a:t>
            </a:r>
            <a:endParaRPr lang="en-US" dirty="0"/>
          </a:p>
        </p:txBody>
      </p:sp>
      <p:sp>
        <p:nvSpPr>
          <p:cNvPr id="1049858"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5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60" name="Footer Placeholder 4"/>
          <p:cNvSpPr>
            <a:spLocks noGrp="1"/>
          </p:cNvSpPr>
          <p:nvPr>
            <p:ph type="ftr" sz="quarter" idx="11"/>
          </p:nvPr>
        </p:nvSpPr>
        <p:spPr/>
        <p:txBody>
          <a:bodyPr/>
          <a:lstStyle/>
          <a:p>
            <a:endParaRPr lang="en-US" dirty="0"/>
          </a:p>
        </p:txBody>
      </p:sp>
      <p:sp>
        <p:nvSpPr>
          <p:cNvPr id="104986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7"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836"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837"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38"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839" name="Footer Placeholder 4"/>
          <p:cNvSpPr>
            <a:spLocks noGrp="1"/>
          </p:cNvSpPr>
          <p:nvPr>
            <p:ph type="ftr" sz="quarter" idx="11"/>
          </p:nvPr>
        </p:nvSpPr>
        <p:spPr/>
        <p:txBody>
          <a:bodyPr/>
          <a:lstStyle/>
          <a:p>
            <a:endParaRPr lang="en-US" dirty="0"/>
          </a:p>
        </p:txBody>
      </p:sp>
      <p:sp>
        <p:nvSpPr>
          <p:cNvPr id="1049840"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53"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591" name="Group 6"/>
          <p:cNvGrpSpPr/>
          <p:nvPr/>
        </p:nvGrpSpPr>
        <p:grpSpPr>
          <a:xfrm>
            <a:off x="-16934" y="0"/>
            <a:ext cx="12231160" cy="6856214"/>
            <a:chOff x="-16934" y="0"/>
            <a:chExt cx="12231160" cy="6856214"/>
          </a:xfrm>
        </p:grpSpPr>
        <p:pic>
          <p:nvPicPr>
            <p:cNvPr id="2097227" name="Picture 15" descr="HD-PanelTitleR1.png"/>
            <p:cNvPicPr>
              <a:picLocks noChangeAspect="1"/>
            </p:cNvPicPr>
            <p:nvPr/>
          </p:nvPicPr>
          <p:blipFill>
            <a:blip r:embed="rId2"/>
            <a:stretch>
              <a:fillRect/>
            </a:stretch>
          </p:blipFill>
          <p:spPr>
            <a:xfrm>
              <a:off x="0" y="0"/>
              <a:ext cx="12188825" cy="6856214"/>
            </a:xfrm>
            <a:prstGeom prst="rect">
              <a:avLst/>
            </a:prstGeom>
          </p:spPr>
        </p:pic>
        <p:sp>
          <p:nvSpPr>
            <p:cNvPr id="1050002"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2097228" name="Picture 16" descr="HDRibbonTitle-UniformTrim.png"/>
            <p:cNvPicPr>
              <a:picLocks noChangeAspect="1"/>
            </p:cNvPicPr>
            <p:nvPr/>
          </p:nvPicPr>
          <p:blipFill rotWithShape="1">
            <a:blip r:embed="rId3"/>
            <a:srcRect/>
            <a:stretch>
              <a:fillRect/>
            </a:stretch>
          </p:blipFill>
          <p:spPr>
            <a:xfrm>
              <a:off x="-16934" y="3147609"/>
              <a:ext cx="2478024" cy="612648"/>
            </a:xfrm>
            <a:prstGeom prst="rect">
              <a:avLst/>
            </a:prstGeom>
          </p:spPr>
        </p:pic>
        <p:pic>
          <p:nvPicPr>
            <p:cNvPr id="2097229" name="Picture 19" descr="HDRibbonTitle-UniformTrim.png"/>
            <p:cNvPicPr>
              <a:picLocks noChangeAspect="1"/>
            </p:cNvPicPr>
            <p:nvPr/>
          </p:nvPicPr>
          <p:blipFill rotWithShape="1">
            <a:blip r:embed="rId3"/>
            <a:srcRect/>
            <a:stretch>
              <a:fillRect/>
            </a:stretch>
          </p:blipFill>
          <p:spPr>
            <a:xfrm>
              <a:off x="9736202" y="3147609"/>
              <a:ext cx="2478024" cy="612648"/>
            </a:xfrm>
            <a:prstGeom prst="rect">
              <a:avLst/>
            </a:prstGeom>
          </p:spPr>
        </p:pic>
      </p:grpSp>
      <p:sp>
        <p:nvSpPr>
          <p:cNvPr id="1050003"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1050004"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50005"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t>1/29/2026</a:t>
            </a:fld>
            <a:endParaRPr lang="en-US" dirty="0"/>
          </a:p>
        </p:txBody>
      </p:sp>
      <p:sp>
        <p:nvSpPr>
          <p:cNvPr id="1050006" name="Footer Placeholder 4"/>
          <p:cNvSpPr>
            <a:spLocks noGrp="1"/>
          </p:cNvSpPr>
          <p:nvPr>
            <p:ph type="ftr" sz="quarter" idx="11"/>
          </p:nvPr>
        </p:nvSpPr>
        <p:spPr>
          <a:xfrm>
            <a:off x="2692397" y="5037663"/>
            <a:ext cx="5214635" cy="279400"/>
          </a:xfrm>
        </p:spPr>
        <p:txBody>
          <a:bodyPr/>
          <a:lstStyle/>
          <a:p>
            <a:endParaRPr lang="en-US" dirty="0"/>
          </a:p>
        </p:txBody>
      </p:sp>
      <p:sp>
        <p:nvSpPr>
          <p:cNvPr id="1050007"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t>‹#›</a:t>
            </a:fld>
            <a:endParaRPr lang="en-US" dirty="0"/>
          </a:p>
        </p:txBody>
      </p:sp>
      <p:cxnSp>
        <p:nvCxnSpPr>
          <p:cNvPr id="3145874" name="Straight Connector 14"/>
          <p:cNvCxnSpPr>
            <a:cxnSpLocks/>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3145862" name="Straight Connector 6"/>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909" name="Title 1"/>
          <p:cNvSpPr>
            <a:spLocks noGrp="1"/>
          </p:cNvSpPr>
          <p:nvPr>
            <p:ph type="title"/>
          </p:nvPr>
        </p:nvSpPr>
        <p:spPr/>
        <p:txBody>
          <a:bodyPr/>
          <a:lstStyle/>
          <a:p>
            <a:r>
              <a:rPr lang="en-US"/>
              <a:t>Click to edit Master title style</a:t>
            </a:r>
            <a:endParaRPr lang="en-US" dirty="0"/>
          </a:p>
        </p:txBody>
      </p:sp>
      <p:sp>
        <p:nvSpPr>
          <p:cNvPr id="1049910"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11" name="Date Placeholder 3"/>
          <p:cNvSpPr>
            <a:spLocks noGrp="1"/>
          </p:cNvSpPr>
          <p:nvPr>
            <p:ph type="dt" sz="half" idx="10"/>
          </p:nvPr>
        </p:nvSpPr>
        <p:spPr/>
        <p:txBody>
          <a:bodyPr/>
          <a:lstStyle/>
          <a:p>
            <a:fld id="{52647F38-B617-4D2F-AE0A-013F0C4D2C57}" type="datetimeFigureOut">
              <a:rPr lang="en-US" dirty="0"/>
              <a:t>1/29/2026</a:t>
            </a:fld>
            <a:endParaRPr lang="en-US" dirty="0"/>
          </a:p>
        </p:txBody>
      </p:sp>
      <p:sp>
        <p:nvSpPr>
          <p:cNvPr id="1049912" name="Footer Placeholder 4"/>
          <p:cNvSpPr>
            <a:spLocks noGrp="1"/>
          </p:cNvSpPr>
          <p:nvPr>
            <p:ph type="ftr" sz="quarter" idx="11"/>
          </p:nvPr>
        </p:nvSpPr>
        <p:spPr/>
        <p:txBody>
          <a:bodyPr/>
          <a:lstStyle/>
          <a:p>
            <a:endParaRPr lang="en-US" dirty="0"/>
          </a:p>
        </p:txBody>
      </p:sp>
      <p:sp>
        <p:nvSpPr>
          <p:cNvPr id="1049913"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9916"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1049917"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18"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19" name="Footer Placeholder 4"/>
          <p:cNvSpPr>
            <a:spLocks noGrp="1"/>
          </p:cNvSpPr>
          <p:nvPr>
            <p:ph type="ftr" sz="quarter" idx="11"/>
          </p:nvPr>
        </p:nvSpPr>
        <p:spPr/>
        <p:txBody>
          <a:bodyPr/>
          <a:lstStyle/>
          <a:p>
            <a:endParaRPr lang="en-US" dirty="0"/>
          </a:p>
        </p:txBody>
      </p:sp>
      <p:sp>
        <p:nvSpPr>
          <p:cNvPr id="1049920"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63" name="Straight Connector 15"/>
          <p:cNvCxnSpPr>
            <a:cxnSpLocks/>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3145869" name="Straight Connector 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49956" name="Title 1"/>
          <p:cNvSpPr>
            <a:spLocks noGrp="1"/>
          </p:cNvSpPr>
          <p:nvPr>
            <p:ph type="title"/>
          </p:nvPr>
        </p:nvSpPr>
        <p:spPr/>
        <p:txBody>
          <a:bodyPr/>
          <a:lstStyle/>
          <a:p>
            <a:r>
              <a:rPr lang="en-US"/>
              <a:t>Click to edit Master title style</a:t>
            </a:r>
            <a:endParaRPr lang="en-US" dirty="0"/>
          </a:p>
        </p:txBody>
      </p:sp>
      <p:sp>
        <p:nvSpPr>
          <p:cNvPr id="1049957"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58"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59" name="Date Placeholder 4"/>
          <p:cNvSpPr>
            <a:spLocks noGrp="1"/>
          </p:cNvSpPr>
          <p:nvPr>
            <p:ph type="dt" sz="half" idx="10"/>
          </p:nvPr>
        </p:nvSpPr>
        <p:spPr/>
        <p:txBody>
          <a:bodyPr/>
          <a:lstStyle/>
          <a:p>
            <a:fld id="{05BFA754-D5C3-4E66-96A6-867B257F58DC}" type="datetimeFigureOut">
              <a:rPr lang="en-US" dirty="0"/>
              <a:t>1/29/2026</a:t>
            </a:fld>
            <a:endParaRPr lang="en-US" dirty="0"/>
          </a:p>
        </p:txBody>
      </p:sp>
      <p:sp>
        <p:nvSpPr>
          <p:cNvPr id="1049960" name="Footer Placeholder 5"/>
          <p:cNvSpPr>
            <a:spLocks noGrp="1"/>
          </p:cNvSpPr>
          <p:nvPr>
            <p:ph type="ftr" sz="quarter" idx="11"/>
          </p:nvPr>
        </p:nvSpPr>
        <p:spPr/>
        <p:txBody>
          <a:bodyPr/>
          <a:lstStyle/>
          <a:p>
            <a:endParaRPr lang="en-US" dirty="0"/>
          </a:p>
        </p:txBody>
      </p:sp>
      <p:sp>
        <p:nvSpPr>
          <p:cNvPr id="1049961"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9994" name="Title 1"/>
          <p:cNvSpPr>
            <a:spLocks noGrp="1"/>
          </p:cNvSpPr>
          <p:nvPr>
            <p:ph type="title"/>
          </p:nvPr>
        </p:nvSpPr>
        <p:spPr/>
        <p:txBody>
          <a:bodyPr/>
          <a:lstStyle/>
          <a:p>
            <a:r>
              <a:rPr lang="en-US"/>
              <a:t>Click to edit Master title style</a:t>
            </a:r>
            <a:endParaRPr lang="en-US" dirty="0"/>
          </a:p>
        </p:txBody>
      </p:sp>
      <p:sp>
        <p:nvSpPr>
          <p:cNvPr id="1049995"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996"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97"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9998"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99" name="Date Placeholder 6"/>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50000" name="Footer Placeholder 7"/>
          <p:cNvSpPr>
            <a:spLocks noGrp="1"/>
          </p:cNvSpPr>
          <p:nvPr>
            <p:ph type="ftr" sz="quarter" idx="11"/>
          </p:nvPr>
        </p:nvSpPr>
        <p:spPr/>
        <p:txBody>
          <a:bodyPr/>
          <a:lstStyle/>
          <a:p>
            <a:endParaRPr lang="en-US" dirty="0"/>
          </a:p>
        </p:txBody>
      </p:sp>
      <p:sp>
        <p:nvSpPr>
          <p:cNvPr id="1050001" name="Slide Number Placeholder 8"/>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73" name="Straight Connector 17"/>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9952" name="Title 1"/>
          <p:cNvSpPr>
            <a:spLocks noGrp="1"/>
          </p:cNvSpPr>
          <p:nvPr>
            <p:ph type="title"/>
          </p:nvPr>
        </p:nvSpPr>
        <p:spPr/>
        <p:txBody>
          <a:bodyPr/>
          <a:lstStyle/>
          <a:p>
            <a:r>
              <a:rPr lang="en-US"/>
              <a:t>Click to edit Master title style</a:t>
            </a:r>
            <a:endParaRPr lang="en-US" dirty="0"/>
          </a:p>
        </p:txBody>
      </p:sp>
      <p:sp>
        <p:nvSpPr>
          <p:cNvPr id="1049953" name="Date Placeholder 2"/>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54" name="Footer Placeholder 3"/>
          <p:cNvSpPr>
            <a:spLocks noGrp="1"/>
          </p:cNvSpPr>
          <p:nvPr>
            <p:ph type="ftr" sz="quarter" idx="11"/>
          </p:nvPr>
        </p:nvSpPr>
        <p:spPr/>
        <p:txBody>
          <a:bodyPr/>
          <a:lstStyle/>
          <a:p>
            <a:endParaRPr lang="en-US" dirty="0"/>
          </a:p>
        </p:txBody>
      </p:sp>
      <p:sp>
        <p:nvSpPr>
          <p:cNvPr id="1049955" name="Slide Number Placeholder 4"/>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68"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9972" name="Date Placeholder 1"/>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73" name="Footer Placeholder 2"/>
          <p:cNvSpPr>
            <a:spLocks noGrp="1"/>
          </p:cNvSpPr>
          <p:nvPr>
            <p:ph type="ftr" sz="quarter" idx="11"/>
          </p:nvPr>
        </p:nvSpPr>
        <p:spPr/>
        <p:txBody>
          <a:bodyPr/>
          <a:lstStyle/>
          <a:p>
            <a:endParaRPr lang="en-US" dirty="0"/>
          </a:p>
        </p:txBody>
      </p:sp>
      <p:sp>
        <p:nvSpPr>
          <p:cNvPr id="1049974" name="Slide Number Placeholder 3"/>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9921"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1049922"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23"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924"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25" name="Footer Placeholder 5"/>
          <p:cNvSpPr>
            <a:spLocks noGrp="1"/>
          </p:cNvSpPr>
          <p:nvPr>
            <p:ph type="ftr" sz="quarter" idx="11"/>
          </p:nvPr>
        </p:nvSpPr>
        <p:spPr/>
        <p:txBody>
          <a:bodyPr/>
          <a:lstStyle/>
          <a:p>
            <a:endParaRPr lang="en-US" dirty="0"/>
          </a:p>
        </p:txBody>
      </p:sp>
      <p:sp>
        <p:nvSpPr>
          <p:cNvPr id="1049926"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64" name="Straight Connector 15"/>
          <p:cNvCxnSpPr>
            <a:cxnSpLocks/>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9975"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049976"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977"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978"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79" name="Footer Placeholder 5"/>
          <p:cNvSpPr>
            <a:spLocks noGrp="1"/>
          </p:cNvSpPr>
          <p:nvPr>
            <p:ph type="ftr" sz="quarter" idx="11"/>
          </p:nvPr>
        </p:nvSpPr>
        <p:spPr/>
        <p:txBody>
          <a:bodyPr/>
          <a:lstStyle/>
          <a:p>
            <a:endParaRPr lang="en-US" dirty="0"/>
          </a:p>
        </p:txBody>
      </p:sp>
      <p:sp>
        <p:nvSpPr>
          <p:cNvPr id="1049980"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1049927"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1049928"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9929"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9930" name="Date Placeholder 4"/>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31" name="Footer Placeholder 5"/>
          <p:cNvSpPr>
            <a:spLocks noGrp="1"/>
          </p:cNvSpPr>
          <p:nvPr>
            <p:ph type="ftr" sz="quarter" idx="11"/>
          </p:nvPr>
        </p:nvSpPr>
        <p:spPr/>
        <p:txBody>
          <a:bodyPr/>
          <a:lstStyle/>
          <a:p>
            <a:endParaRPr lang="en-US" dirty="0"/>
          </a:p>
        </p:txBody>
      </p:sp>
      <p:sp>
        <p:nvSpPr>
          <p:cNvPr id="1049932" name="Slide Number Placeholder 6"/>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9967"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1049968"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6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70" name="Footer Placeholder 4"/>
          <p:cNvSpPr>
            <a:spLocks noGrp="1"/>
          </p:cNvSpPr>
          <p:nvPr>
            <p:ph type="ftr" sz="quarter" idx="11"/>
          </p:nvPr>
        </p:nvSpPr>
        <p:spPr/>
        <p:txBody>
          <a:bodyPr/>
          <a:lstStyle/>
          <a:p>
            <a:endParaRPr lang="en-US" dirty="0"/>
          </a:p>
        </p:txBody>
      </p:sp>
      <p:sp>
        <p:nvSpPr>
          <p:cNvPr id="104997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71" name="Straight Connector 14"/>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9933"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934"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9935"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36"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37" name="Footer Placeholder 4"/>
          <p:cNvSpPr>
            <a:spLocks noGrp="1"/>
          </p:cNvSpPr>
          <p:nvPr>
            <p:ph type="ftr" sz="quarter" idx="11"/>
          </p:nvPr>
        </p:nvSpPr>
        <p:spPr/>
        <p:txBody>
          <a:bodyPr/>
          <a:lstStyle/>
          <a:p>
            <a:endParaRPr lang="en-US" dirty="0"/>
          </a:p>
        </p:txBody>
      </p:sp>
      <p:sp>
        <p:nvSpPr>
          <p:cNvPr id="1049938"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939"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940"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65" name="Straight Connector 18"/>
          <p:cNvCxnSpPr>
            <a:cxnSpLocks/>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9989"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1049990"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91"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92" name="Footer Placeholder 4"/>
          <p:cNvSpPr>
            <a:spLocks noGrp="1"/>
          </p:cNvSpPr>
          <p:nvPr>
            <p:ph type="ftr" sz="quarter" idx="11"/>
          </p:nvPr>
        </p:nvSpPr>
        <p:spPr/>
        <p:txBody>
          <a:bodyPr/>
          <a:lstStyle/>
          <a:p>
            <a:endParaRPr lang="en-US" dirty="0"/>
          </a:p>
        </p:txBody>
      </p:sp>
      <p:sp>
        <p:nvSpPr>
          <p:cNvPr id="1049993"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Tree>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9981"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49982"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8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8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85" name="Footer Placeholder 4"/>
          <p:cNvSpPr>
            <a:spLocks noGrp="1"/>
          </p:cNvSpPr>
          <p:nvPr>
            <p:ph type="ftr" sz="quarter" idx="11"/>
          </p:nvPr>
        </p:nvSpPr>
        <p:spPr/>
        <p:txBody>
          <a:bodyPr/>
          <a:lstStyle/>
          <a:p>
            <a:endParaRPr lang="en-US" dirty="0"/>
          </a:p>
        </p:txBody>
      </p:sp>
      <p:sp>
        <p:nvSpPr>
          <p:cNvPr id="104998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sp>
        <p:nvSpPr>
          <p:cNvPr id="1049987"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049988"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3145872" name="Straight Connector 25"/>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9946"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49947"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48"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9949"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50" name="Footer Placeholder 4"/>
          <p:cNvSpPr>
            <a:spLocks noGrp="1"/>
          </p:cNvSpPr>
          <p:nvPr>
            <p:ph type="ftr" sz="quarter" idx="11"/>
          </p:nvPr>
        </p:nvSpPr>
        <p:spPr/>
        <p:txBody>
          <a:bodyPr/>
          <a:lstStyle/>
          <a:p>
            <a:endParaRPr lang="en-US" dirty="0"/>
          </a:p>
        </p:txBody>
      </p:sp>
      <p:sp>
        <p:nvSpPr>
          <p:cNvPr id="1049951"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67" name="Straight Connector 14"/>
          <p:cNvCxnSpPr>
            <a:cxnSpLocks/>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9962" name="Title 1"/>
          <p:cNvSpPr>
            <a:spLocks noGrp="1"/>
          </p:cNvSpPr>
          <p:nvPr>
            <p:ph type="title"/>
          </p:nvPr>
        </p:nvSpPr>
        <p:spPr/>
        <p:txBody>
          <a:bodyPr/>
          <a:lstStyle>
            <a:lvl1pPr algn="ctr"/>
          </a:lstStyle>
          <a:p>
            <a:r>
              <a:rPr lang="en-US"/>
              <a:t>Click to edit Master title style</a:t>
            </a:r>
            <a:endParaRPr lang="en-US" dirty="0"/>
          </a:p>
        </p:txBody>
      </p:sp>
      <p:sp>
        <p:nvSpPr>
          <p:cNvPr id="104996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64"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65" name="Footer Placeholder 4"/>
          <p:cNvSpPr>
            <a:spLocks noGrp="1"/>
          </p:cNvSpPr>
          <p:nvPr>
            <p:ph type="ftr" sz="quarter" idx="11"/>
          </p:nvPr>
        </p:nvSpPr>
        <p:spPr/>
        <p:txBody>
          <a:bodyPr/>
          <a:lstStyle/>
          <a:p>
            <a:endParaRPr lang="en-US" dirty="0"/>
          </a:p>
        </p:txBody>
      </p:sp>
      <p:sp>
        <p:nvSpPr>
          <p:cNvPr id="1049966"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70" name="Straight Connector 13"/>
          <p:cNvCxnSpPr>
            <a:cxnSpLocks/>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9941"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1049942"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43" name="Date Placeholder 3"/>
          <p:cNvSpPr>
            <a:spLocks noGrp="1"/>
          </p:cNvSpPr>
          <p:nvPr>
            <p:ph type="dt" sz="half" idx="10"/>
          </p:nvPr>
        </p:nvSpPr>
        <p:spPr/>
        <p:txBody>
          <a:bodyPr/>
          <a:lstStyle/>
          <a:p>
            <a:fld id="{B61BEF0D-F0BB-DE4B-95CE-6DB70DBA9567}" type="datetimeFigureOut">
              <a:rPr lang="en-US" dirty="0"/>
              <a:t>1/29/2026</a:t>
            </a:fld>
            <a:endParaRPr lang="en-US" dirty="0"/>
          </a:p>
        </p:txBody>
      </p:sp>
      <p:sp>
        <p:nvSpPr>
          <p:cNvPr id="1049944" name="Footer Placeholder 4"/>
          <p:cNvSpPr>
            <a:spLocks noGrp="1"/>
          </p:cNvSpPr>
          <p:nvPr>
            <p:ph type="ftr" sz="quarter" idx="11"/>
          </p:nvPr>
        </p:nvSpPr>
        <p:spPr/>
        <p:txBody>
          <a:bodyPr/>
          <a:lstStyle/>
          <a:p>
            <a:endParaRPr lang="en-US" dirty="0"/>
          </a:p>
        </p:txBody>
      </p:sp>
      <p:sp>
        <p:nvSpPr>
          <p:cNvPr id="1049945" name="Slide Number Placeholder 5"/>
          <p:cNvSpPr>
            <a:spLocks noGrp="1"/>
          </p:cNvSpPr>
          <p:nvPr>
            <p:ph type="sldNum" sz="quarter" idx="12"/>
          </p:nvPr>
        </p:nvSpPr>
        <p:spPr/>
        <p:txBody>
          <a:bodyPr/>
          <a:lstStyle/>
          <a:p>
            <a:fld id="{D57F1E4F-1CFF-5643-939E-217C01CDF565}" type="slidenum">
              <a:rPr lang="en-US" dirty="0"/>
              <a:t>‹#›</a:t>
            </a:fld>
            <a:endParaRPr lang="en-US" dirty="0"/>
          </a:p>
        </p:txBody>
      </p:sp>
      <p:cxnSp>
        <p:nvCxnSpPr>
          <p:cNvPr id="3145866" name="Straight Connector 13"/>
          <p:cNvCxnSpPr>
            <a:cxnSpLocks/>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2097260" name="Picture 6" descr="HD-ShadowLong.png"/>
          <p:cNvPicPr>
            <a:picLocks noChangeAspect="1"/>
          </p:cNvPicPr>
          <p:nvPr/>
        </p:nvPicPr>
        <p:blipFill>
          <a:blip r:embed="rId2"/>
          <a:stretch>
            <a:fillRect/>
          </a:stretch>
        </p:blipFill>
        <p:spPr>
          <a:xfrm>
            <a:off x="1" y="4242851"/>
            <a:ext cx="8968084" cy="275942"/>
          </a:xfrm>
          <a:prstGeom prst="rect">
            <a:avLst/>
          </a:prstGeom>
        </p:spPr>
      </p:pic>
      <p:pic>
        <p:nvPicPr>
          <p:cNvPr id="2097261" name="Picture 7" descr="HD-ShadowShort.png"/>
          <p:cNvPicPr>
            <a:picLocks noChangeAspect="1"/>
          </p:cNvPicPr>
          <p:nvPr/>
        </p:nvPicPr>
        <p:blipFill>
          <a:blip r:embed="rId3"/>
          <a:stretch>
            <a:fillRect/>
          </a:stretch>
        </p:blipFill>
        <p:spPr>
          <a:xfrm>
            <a:off x="9111716" y="4243845"/>
            <a:ext cx="3077108" cy="276940"/>
          </a:xfrm>
          <a:prstGeom prst="rect">
            <a:avLst/>
          </a:prstGeom>
        </p:spPr>
      </p:pic>
      <p:sp>
        <p:nvSpPr>
          <p:cNvPr id="1050146"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47"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48" name="Title 1"/>
          <p:cNvSpPr>
            <a:spLocks noGrp="1"/>
          </p:cNvSpPr>
          <p:nvPr>
            <p:ph type="ctrTitle"/>
          </p:nvPr>
        </p:nvSpPr>
        <p:spPr>
          <a:xfrm>
            <a:off x="680322" y="2733709"/>
            <a:ext cx="8144134" cy="1373070"/>
          </a:xfrm>
        </p:spPr>
        <p:txBody>
          <a:bodyPr anchor="b">
            <a:noAutofit/>
          </a:bodyPr>
          <a:lstStyle>
            <a:lvl1pPr algn="r">
              <a:defRPr sz="5400"/>
            </a:lvl1pPr>
          </a:lstStyle>
          <a:p>
            <a:r>
              <a:rPr lang="en-GB"/>
              <a:t>Click to edit Master title style</a:t>
            </a:r>
            <a:endParaRPr lang="en-US" dirty="0"/>
          </a:p>
        </p:txBody>
      </p:sp>
      <p:sp>
        <p:nvSpPr>
          <p:cNvPr id="1050149"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1050150" name="Date Placeholder 3"/>
          <p:cNvSpPr>
            <a:spLocks noGrp="1"/>
          </p:cNvSpPr>
          <p:nvPr>
            <p:ph type="dt" sz="half" idx="10"/>
          </p:nvPr>
        </p:nvSpPr>
        <p:spPr/>
        <p:txBody>
          <a:bodyPr/>
          <a:lstStyle/>
          <a:p>
            <a:fld id="{78ABE3C1-DBE1-495D-B57B-2849774B866A}" type="datetimeFigureOut">
              <a:rPr lang="en-US" dirty="0"/>
              <a:t>1/29/2026</a:t>
            </a:fld>
            <a:endParaRPr lang="en-US" dirty="0"/>
          </a:p>
        </p:txBody>
      </p:sp>
      <p:sp>
        <p:nvSpPr>
          <p:cNvPr id="1050151" name="Footer Placeholder 4"/>
          <p:cNvSpPr>
            <a:spLocks noGrp="1"/>
          </p:cNvSpPr>
          <p:nvPr>
            <p:ph type="ftr" sz="quarter" idx="11"/>
          </p:nvPr>
        </p:nvSpPr>
        <p:spPr/>
        <p:txBody>
          <a:bodyPr/>
          <a:lstStyle/>
          <a:p>
            <a:endParaRPr lang="en-US" dirty="0"/>
          </a:p>
        </p:txBody>
      </p:sp>
      <p:sp>
        <p:nvSpPr>
          <p:cNvPr id="1050152" name="Slide Number Placeholder 5"/>
          <p:cNvSpPr>
            <a:spLocks noGrp="1"/>
          </p:cNvSpPr>
          <p:nvPr>
            <p:ph type="sldNum" sz="quarter" idx="12"/>
          </p:nvPr>
        </p:nvSpPr>
        <p:spPr>
          <a:xfrm>
            <a:off x="9255346" y="2750337"/>
            <a:ext cx="1171888" cy="1356442"/>
          </a:xfrm>
        </p:spPr>
        <p:txBody>
          <a:bodyPr/>
          <a:lstStyle/>
          <a:p>
            <a:fld id="{6D22F896-40B5-4ADD-8801-0D06FADFA095}" type="slidenum">
              <a:rPr lang="en-US" dirty="0"/>
              <a:t>‹#›</a:t>
            </a:fld>
            <a:endParaRPr lang="en-US" dirty="0"/>
          </a:p>
        </p:txBody>
      </p:sp>
    </p:spTree>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097231" name="Picture 14"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32" name="Picture 15"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013"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14"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15" name="Title 1"/>
          <p:cNvSpPr>
            <a:spLocks noGrp="1"/>
          </p:cNvSpPr>
          <p:nvPr>
            <p:ph type="title"/>
          </p:nvPr>
        </p:nvSpPr>
        <p:spPr/>
        <p:txBody>
          <a:bodyPr/>
          <a:lstStyle/>
          <a:p>
            <a:r>
              <a:rPr lang="en-GB"/>
              <a:t>Click to edit Master title style</a:t>
            </a:r>
            <a:endParaRPr lang="en-US" dirty="0"/>
          </a:p>
        </p:txBody>
      </p:sp>
      <p:sp>
        <p:nvSpPr>
          <p:cNvPr id="1050016"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17" name="Date Placeholder 3"/>
          <p:cNvSpPr>
            <a:spLocks noGrp="1"/>
          </p:cNvSpPr>
          <p:nvPr>
            <p:ph type="dt" sz="half" idx="10"/>
          </p:nvPr>
        </p:nvSpPr>
        <p:spPr/>
        <p:txBody>
          <a:bodyPr/>
          <a:lstStyle/>
          <a:p>
            <a:fld id="{12DE42F4-6EEF-4EF7-8ED4-2208F0F89A08}" type="datetimeFigureOut">
              <a:rPr lang="en-US" dirty="0"/>
              <a:t>1/29/2026</a:t>
            </a:fld>
            <a:endParaRPr lang="en-US" dirty="0"/>
          </a:p>
        </p:txBody>
      </p:sp>
      <p:sp>
        <p:nvSpPr>
          <p:cNvPr id="1050018" name="Footer Placeholder 4"/>
          <p:cNvSpPr>
            <a:spLocks noGrp="1"/>
          </p:cNvSpPr>
          <p:nvPr>
            <p:ph type="ftr" sz="quarter" idx="11"/>
          </p:nvPr>
        </p:nvSpPr>
        <p:spPr/>
        <p:txBody>
          <a:bodyPr/>
          <a:lstStyle/>
          <a:p>
            <a:endParaRPr lang="en-US" dirty="0"/>
          </a:p>
        </p:txBody>
      </p:sp>
      <p:sp>
        <p:nvSpPr>
          <p:cNvPr id="1050019"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2097233" name="Picture 6" descr="HD-ShadowLong.png"/>
          <p:cNvPicPr>
            <a:picLocks noChangeAspect="1"/>
          </p:cNvPicPr>
          <p:nvPr/>
        </p:nvPicPr>
        <p:blipFill>
          <a:blip r:embed="rId2"/>
          <a:stretch>
            <a:fillRect/>
          </a:stretch>
        </p:blipFill>
        <p:spPr>
          <a:xfrm>
            <a:off x="-1" y="4086907"/>
            <a:ext cx="10437812" cy="321164"/>
          </a:xfrm>
          <a:prstGeom prst="rect">
            <a:avLst/>
          </a:prstGeom>
        </p:spPr>
      </p:pic>
      <p:pic>
        <p:nvPicPr>
          <p:cNvPr id="2097234" name="Picture 7" descr="HD-ShadowShort.png"/>
          <p:cNvPicPr>
            <a:picLocks noChangeAspect="1"/>
          </p:cNvPicPr>
          <p:nvPr/>
        </p:nvPicPr>
        <p:blipFill>
          <a:blip r:embed="rId3"/>
          <a:stretch>
            <a:fillRect/>
          </a:stretch>
        </p:blipFill>
        <p:spPr>
          <a:xfrm>
            <a:off x="10585824" y="4087901"/>
            <a:ext cx="1602997" cy="144270"/>
          </a:xfrm>
          <a:prstGeom prst="rect">
            <a:avLst/>
          </a:prstGeom>
        </p:spPr>
      </p:pic>
      <p:sp>
        <p:nvSpPr>
          <p:cNvPr id="1050022"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23"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24" name="Title 1"/>
          <p:cNvSpPr>
            <a:spLocks noGrp="1"/>
          </p:cNvSpPr>
          <p:nvPr>
            <p:ph type="title"/>
          </p:nvPr>
        </p:nvSpPr>
        <p:spPr>
          <a:xfrm>
            <a:off x="680322" y="2869895"/>
            <a:ext cx="9613860" cy="1090788"/>
          </a:xfrm>
        </p:spPr>
        <p:txBody>
          <a:bodyPr anchor="ctr">
            <a:normAutofit/>
          </a:bodyPr>
          <a:lstStyle>
            <a:lvl1pPr algn="r">
              <a:defRPr sz="3600"/>
            </a:lvl1pPr>
          </a:lstStyle>
          <a:p>
            <a:r>
              <a:rPr lang="en-GB"/>
              <a:t>Click to edit Master title style</a:t>
            </a:r>
            <a:endParaRPr lang="en-US" dirty="0"/>
          </a:p>
        </p:txBody>
      </p:sp>
      <p:sp>
        <p:nvSpPr>
          <p:cNvPr id="1050025"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1050026" name="Date Placeholder 3"/>
          <p:cNvSpPr>
            <a:spLocks noGrp="1"/>
          </p:cNvSpPr>
          <p:nvPr>
            <p:ph type="dt" sz="half" idx="10"/>
          </p:nvPr>
        </p:nvSpPr>
        <p:spPr/>
        <p:txBody>
          <a:bodyPr/>
          <a:lstStyle/>
          <a:p>
            <a:fld id="{30578ACC-22D6-47C1-A373-4FD133E34F3C}" type="datetimeFigureOut">
              <a:rPr lang="en-US" dirty="0"/>
              <a:t>1/29/2026</a:t>
            </a:fld>
            <a:endParaRPr lang="en-US" dirty="0"/>
          </a:p>
        </p:txBody>
      </p:sp>
      <p:sp>
        <p:nvSpPr>
          <p:cNvPr id="1050027" name="Footer Placeholder 4"/>
          <p:cNvSpPr>
            <a:spLocks noGrp="1"/>
          </p:cNvSpPr>
          <p:nvPr>
            <p:ph type="ftr" sz="quarter" idx="11"/>
          </p:nvPr>
        </p:nvSpPr>
        <p:spPr/>
        <p:txBody>
          <a:bodyPr/>
          <a:lstStyle/>
          <a:p>
            <a:endParaRPr lang="en-US" dirty="0"/>
          </a:p>
        </p:txBody>
      </p:sp>
      <p:sp>
        <p:nvSpPr>
          <p:cNvPr id="1050028" name="Slide Number Placeholder 5"/>
          <p:cNvSpPr>
            <a:spLocks noGrp="1"/>
          </p:cNvSpPr>
          <p:nvPr>
            <p:ph type="sldNum" sz="quarter" idx="12"/>
          </p:nvPr>
        </p:nvSpPr>
        <p:spPr>
          <a:xfrm>
            <a:off x="10729455" y="2869895"/>
            <a:ext cx="1154151" cy="1090789"/>
          </a:xfrm>
        </p:spPr>
        <p:txBody>
          <a:bodyPr/>
          <a:lstStyle/>
          <a:p>
            <a:fld id="{6D22F896-40B5-4ADD-8801-0D06FADFA095}" type="slidenum">
              <a:rPr lang="en-US" dirty="0"/>
              <a:t>‹#›</a:t>
            </a:fld>
            <a:endParaRPr lang="en-US" dirty="0"/>
          </a:p>
        </p:txBody>
      </p:sp>
    </p:spTree>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2097245" name="Picture 7"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46" name="Picture 8"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083"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84"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85" name="Title 1"/>
          <p:cNvSpPr>
            <a:spLocks noGrp="1"/>
          </p:cNvSpPr>
          <p:nvPr>
            <p:ph type="title"/>
          </p:nvPr>
        </p:nvSpPr>
        <p:spPr/>
        <p:txBody>
          <a:bodyPr/>
          <a:lstStyle/>
          <a:p>
            <a:r>
              <a:rPr lang="en-GB"/>
              <a:t>Click to edit Master title style</a:t>
            </a:r>
            <a:endParaRPr lang="en-US" dirty="0"/>
          </a:p>
        </p:txBody>
      </p:sp>
      <p:sp>
        <p:nvSpPr>
          <p:cNvPr id="1050086" name="Content Placeholder 2"/>
          <p:cNvSpPr>
            <a:spLocks noGrp="1"/>
          </p:cNvSpPr>
          <p:nvPr>
            <p:ph sz="half" idx="1"/>
          </p:nvPr>
        </p:nvSpPr>
        <p:spPr>
          <a:xfrm>
            <a:off x="680320" y="2336873"/>
            <a:ext cx="4698358"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87" name="Content Placeholder 3"/>
          <p:cNvSpPr>
            <a:spLocks noGrp="1"/>
          </p:cNvSpPr>
          <p:nvPr>
            <p:ph sz="half" idx="2"/>
          </p:nvPr>
        </p:nvSpPr>
        <p:spPr>
          <a:xfrm>
            <a:off x="5594123" y="2336873"/>
            <a:ext cx="4700058"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88" name="Date Placeholder 4"/>
          <p:cNvSpPr>
            <a:spLocks noGrp="1"/>
          </p:cNvSpPr>
          <p:nvPr>
            <p:ph type="dt" sz="half" idx="10"/>
          </p:nvPr>
        </p:nvSpPr>
        <p:spPr/>
        <p:txBody>
          <a:bodyPr/>
          <a:lstStyle/>
          <a:p>
            <a:fld id="{4E5A6C69-6797-4E8A-BF37-F2C3751466E9}" type="datetimeFigureOut">
              <a:rPr lang="en-US" dirty="0"/>
              <a:t>1/29/2026</a:t>
            </a:fld>
            <a:endParaRPr lang="en-US" dirty="0"/>
          </a:p>
        </p:txBody>
      </p:sp>
      <p:sp>
        <p:nvSpPr>
          <p:cNvPr id="1050089" name="Footer Placeholder 5"/>
          <p:cNvSpPr>
            <a:spLocks noGrp="1"/>
          </p:cNvSpPr>
          <p:nvPr>
            <p:ph type="ftr" sz="quarter" idx="11"/>
          </p:nvPr>
        </p:nvSpPr>
        <p:spPr/>
        <p:txBody>
          <a:bodyPr/>
          <a:lstStyle/>
          <a:p>
            <a:endParaRPr lang="en-US" dirty="0"/>
          </a:p>
        </p:txBody>
      </p:sp>
      <p:sp>
        <p:nvSpPr>
          <p:cNvPr id="1050090"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97258" name="Picture 9"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59" name="Picture 10"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136"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37"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38" name="Title 1"/>
          <p:cNvSpPr>
            <a:spLocks noGrp="1"/>
          </p:cNvSpPr>
          <p:nvPr>
            <p:ph type="title"/>
          </p:nvPr>
        </p:nvSpPr>
        <p:spPr>
          <a:xfrm>
            <a:off x="680319" y="753229"/>
            <a:ext cx="9613863" cy="1080937"/>
          </a:xfrm>
        </p:spPr>
        <p:txBody>
          <a:bodyPr/>
          <a:lstStyle/>
          <a:p>
            <a:r>
              <a:rPr lang="en-GB"/>
              <a:t>Click to edit Master title style</a:t>
            </a:r>
            <a:endParaRPr lang="en-US" dirty="0"/>
          </a:p>
        </p:txBody>
      </p:sp>
      <p:sp>
        <p:nvSpPr>
          <p:cNvPr id="1050139"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140" name="Content Placeholder 3"/>
          <p:cNvSpPr>
            <a:spLocks noGrp="1"/>
          </p:cNvSpPr>
          <p:nvPr>
            <p:ph sz="half" idx="2"/>
          </p:nvPr>
        </p:nvSpPr>
        <p:spPr>
          <a:xfrm>
            <a:off x="680322" y="3030008"/>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141"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142" name="Content Placeholder 5"/>
          <p:cNvSpPr>
            <a:spLocks noGrp="1"/>
          </p:cNvSpPr>
          <p:nvPr>
            <p:ph sz="quarter" idx="4"/>
          </p:nvPr>
        </p:nvSpPr>
        <p:spPr>
          <a:xfrm>
            <a:off x="5594123" y="3030008"/>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143" name="Date Placeholder 6"/>
          <p:cNvSpPr>
            <a:spLocks noGrp="1"/>
          </p:cNvSpPr>
          <p:nvPr>
            <p:ph type="dt" sz="half" idx="10"/>
          </p:nvPr>
        </p:nvSpPr>
        <p:spPr/>
        <p:txBody>
          <a:bodyPr/>
          <a:lstStyle/>
          <a:p>
            <a:fld id="{D82014A1-A632-4878-A0D3-F52BA7563730}" type="datetimeFigureOut">
              <a:rPr lang="en-US" dirty="0"/>
              <a:t>1/29/2026</a:t>
            </a:fld>
            <a:endParaRPr lang="en-US" dirty="0"/>
          </a:p>
        </p:txBody>
      </p:sp>
      <p:sp>
        <p:nvSpPr>
          <p:cNvPr id="1050144" name="Footer Placeholder 7"/>
          <p:cNvSpPr>
            <a:spLocks noGrp="1"/>
          </p:cNvSpPr>
          <p:nvPr>
            <p:ph type="ftr" sz="quarter" idx="11"/>
          </p:nvPr>
        </p:nvSpPr>
        <p:spPr/>
        <p:txBody>
          <a:bodyPr/>
          <a:lstStyle/>
          <a:p>
            <a:endParaRPr lang="en-US" dirty="0"/>
          </a:p>
        </p:txBody>
      </p:sp>
      <p:sp>
        <p:nvSpPr>
          <p:cNvPr id="1050145"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2097243" name="Picture 5"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44" name="Picture 6"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077"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78"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79" name="Title 1"/>
          <p:cNvSpPr>
            <a:spLocks noGrp="1"/>
          </p:cNvSpPr>
          <p:nvPr>
            <p:ph type="title"/>
          </p:nvPr>
        </p:nvSpPr>
        <p:spPr/>
        <p:txBody>
          <a:bodyPr/>
          <a:lstStyle/>
          <a:p>
            <a:r>
              <a:rPr lang="en-GB"/>
              <a:t>Click to edit Master title style</a:t>
            </a:r>
            <a:endParaRPr lang="en-US" dirty="0"/>
          </a:p>
        </p:txBody>
      </p:sp>
      <p:sp>
        <p:nvSpPr>
          <p:cNvPr id="1050080" name="Date Placeholder 2"/>
          <p:cNvSpPr>
            <a:spLocks noGrp="1"/>
          </p:cNvSpPr>
          <p:nvPr>
            <p:ph type="dt" sz="half" idx="10"/>
          </p:nvPr>
        </p:nvSpPr>
        <p:spPr/>
        <p:txBody>
          <a:bodyPr/>
          <a:lstStyle/>
          <a:p>
            <a:fld id="{CE99F462-093F-4566-844B-4C71F2739DA5}" type="datetimeFigureOut">
              <a:rPr lang="en-US" dirty="0"/>
              <a:t>1/29/2026</a:t>
            </a:fld>
            <a:endParaRPr lang="en-US" dirty="0"/>
          </a:p>
        </p:txBody>
      </p:sp>
      <p:sp>
        <p:nvSpPr>
          <p:cNvPr id="1050081" name="Footer Placeholder 3"/>
          <p:cNvSpPr>
            <a:spLocks noGrp="1"/>
          </p:cNvSpPr>
          <p:nvPr>
            <p:ph type="ftr" sz="quarter" idx="11"/>
          </p:nvPr>
        </p:nvSpPr>
        <p:spPr/>
        <p:txBody>
          <a:bodyPr/>
          <a:lstStyle/>
          <a:p>
            <a:endParaRPr lang="en-US" dirty="0"/>
          </a:p>
        </p:txBody>
      </p:sp>
      <p:sp>
        <p:nvSpPr>
          <p:cNvPr id="1050082"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2097251" name="Picture 4" descr="HD-ShadowShort.png"/>
          <p:cNvPicPr>
            <a:picLocks noChangeAspect="1"/>
          </p:cNvPicPr>
          <p:nvPr/>
        </p:nvPicPr>
        <p:blipFill>
          <a:blip r:embed="rId2"/>
          <a:stretch>
            <a:fillRect/>
          </a:stretch>
        </p:blipFill>
        <p:spPr>
          <a:xfrm>
            <a:off x="10585826" y="1971234"/>
            <a:ext cx="1602997" cy="144270"/>
          </a:xfrm>
          <a:prstGeom prst="rect">
            <a:avLst/>
          </a:prstGeom>
        </p:spPr>
      </p:pic>
      <p:sp>
        <p:nvSpPr>
          <p:cNvPr id="1050105"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06" name="Date Placeholder 1"/>
          <p:cNvSpPr>
            <a:spLocks noGrp="1"/>
          </p:cNvSpPr>
          <p:nvPr>
            <p:ph type="dt" sz="half" idx="10"/>
          </p:nvPr>
        </p:nvSpPr>
        <p:spPr/>
        <p:txBody>
          <a:bodyPr/>
          <a:lstStyle/>
          <a:p>
            <a:fld id="{3D24A7AC-904D-4781-85BA-7D10C17ED021}" type="datetimeFigureOut">
              <a:rPr lang="en-US" dirty="0"/>
              <a:t>1/29/2026</a:t>
            </a:fld>
            <a:endParaRPr lang="en-US" dirty="0"/>
          </a:p>
        </p:txBody>
      </p:sp>
      <p:sp>
        <p:nvSpPr>
          <p:cNvPr id="1050107" name="Footer Placeholder 2"/>
          <p:cNvSpPr>
            <a:spLocks noGrp="1"/>
          </p:cNvSpPr>
          <p:nvPr>
            <p:ph type="ftr" sz="quarter" idx="11"/>
          </p:nvPr>
        </p:nvSpPr>
        <p:spPr/>
        <p:txBody>
          <a:bodyPr/>
          <a:lstStyle/>
          <a:p>
            <a:endParaRPr lang="en-US" dirty="0"/>
          </a:p>
        </p:txBody>
      </p:sp>
      <p:sp>
        <p:nvSpPr>
          <p:cNvPr id="1050108"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2097235" name="Picture 7"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36" name="Picture 8"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029"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30"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31" name="Title 1"/>
          <p:cNvSpPr>
            <a:spLocks noGrp="1"/>
          </p:cNvSpPr>
          <p:nvPr>
            <p:ph type="title"/>
          </p:nvPr>
        </p:nvSpPr>
        <p:spPr>
          <a:xfrm>
            <a:off x="680321" y="753227"/>
            <a:ext cx="9613859" cy="1080940"/>
          </a:xfrm>
        </p:spPr>
        <p:txBody>
          <a:bodyPr anchor="ctr">
            <a:normAutofit/>
          </a:bodyPr>
          <a:lstStyle>
            <a:lvl1pPr>
              <a:defRPr sz="3600"/>
            </a:lvl1pPr>
          </a:lstStyle>
          <a:p>
            <a:r>
              <a:rPr lang="en-GB"/>
              <a:t>Click to edit Master title style</a:t>
            </a:r>
            <a:endParaRPr lang="en-US" dirty="0"/>
          </a:p>
        </p:txBody>
      </p:sp>
      <p:sp>
        <p:nvSpPr>
          <p:cNvPr id="1050032" name="Content Placeholder 2"/>
          <p:cNvSpPr>
            <a:spLocks noGrp="1"/>
          </p:cNvSpPr>
          <p:nvPr>
            <p:ph idx="1"/>
          </p:nvPr>
        </p:nvSpPr>
        <p:spPr>
          <a:xfrm>
            <a:off x="4685846" y="2336873"/>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33"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034" name="Date Placeholder 4"/>
          <p:cNvSpPr>
            <a:spLocks noGrp="1"/>
          </p:cNvSpPr>
          <p:nvPr>
            <p:ph type="dt" sz="half" idx="10"/>
          </p:nvPr>
        </p:nvSpPr>
        <p:spPr/>
        <p:txBody>
          <a:bodyPr/>
          <a:lstStyle/>
          <a:p>
            <a:fld id="{E331444B-B92B-4E27-8C94-BB93EAF5CB18}" type="datetimeFigureOut">
              <a:rPr lang="en-US" dirty="0"/>
              <a:t>1/29/2026</a:t>
            </a:fld>
            <a:endParaRPr lang="en-US" dirty="0"/>
          </a:p>
        </p:txBody>
      </p:sp>
      <p:sp>
        <p:nvSpPr>
          <p:cNvPr id="1050035" name="Footer Placeholder 5"/>
          <p:cNvSpPr>
            <a:spLocks noGrp="1"/>
          </p:cNvSpPr>
          <p:nvPr>
            <p:ph type="ftr" sz="quarter" idx="11"/>
          </p:nvPr>
        </p:nvSpPr>
        <p:spPr/>
        <p:txBody>
          <a:bodyPr/>
          <a:lstStyle/>
          <a:p>
            <a:endParaRPr lang="en-US" dirty="0"/>
          </a:p>
        </p:txBody>
      </p:sp>
      <p:sp>
        <p:nvSpPr>
          <p:cNvPr id="1050036"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097252" name="Picture 7"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53" name="Picture 8"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109"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10"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11" name="Title 1"/>
          <p:cNvSpPr>
            <a:spLocks noGrp="1"/>
          </p:cNvSpPr>
          <p:nvPr>
            <p:ph type="title"/>
          </p:nvPr>
        </p:nvSpPr>
        <p:spPr>
          <a:xfrm>
            <a:off x="680323" y="753228"/>
            <a:ext cx="9613857" cy="1080938"/>
          </a:xfrm>
        </p:spPr>
        <p:txBody>
          <a:bodyPr anchor="ctr">
            <a:normAutofit/>
          </a:bodyPr>
          <a:lstStyle>
            <a:lvl1pPr>
              <a:defRPr sz="3600"/>
            </a:lvl1pPr>
          </a:lstStyle>
          <a:p>
            <a:r>
              <a:rPr lang="en-GB"/>
              <a:t>Click to edit Master title style</a:t>
            </a:r>
            <a:endParaRPr lang="en-US" dirty="0"/>
          </a:p>
        </p:txBody>
      </p:sp>
      <p:sp>
        <p:nvSpPr>
          <p:cNvPr id="1050112"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050113"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114" name="Date Placeholder 4"/>
          <p:cNvSpPr>
            <a:spLocks noGrp="1"/>
          </p:cNvSpPr>
          <p:nvPr>
            <p:ph type="dt" sz="half" idx="10"/>
          </p:nvPr>
        </p:nvSpPr>
        <p:spPr/>
        <p:txBody>
          <a:bodyPr/>
          <a:lstStyle/>
          <a:p>
            <a:fld id="{363EFA5E-FA76-400D-B3DC-F0BA90E6D107}" type="datetimeFigureOut">
              <a:rPr lang="en-US" dirty="0"/>
              <a:t>1/29/2026</a:t>
            </a:fld>
            <a:endParaRPr lang="en-US" dirty="0"/>
          </a:p>
        </p:txBody>
      </p:sp>
      <p:sp>
        <p:nvSpPr>
          <p:cNvPr id="1050115" name="Footer Placeholder 5"/>
          <p:cNvSpPr>
            <a:spLocks noGrp="1"/>
          </p:cNvSpPr>
          <p:nvPr>
            <p:ph type="ftr" sz="quarter" idx="11"/>
          </p:nvPr>
        </p:nvSpPr>
        <p:spPr/>
        <p:txBody>
          <a:bodyPr/>
          <a:lstStyle/>
          <a:p>
            <a:endParaRPr lang="en-US" dirty="0"/>
          </a:p>
        </p:txBody>
      </p:sp>
      <p:sp>
        <p:nvSpPr>
          <p:cNvPr id="1050116"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2097237" name="Picture 7" descr="HD-ShadowLong.png"/>
          <p:cNvPicPr>
            <a:picLocks noChangeAspect="1"/>
          </p:cNvPicPr>
          <p:nvPr/>
        </p:nvPicPr>
        <p:blipFill>
          <a:blip r:embed="rId2"/>
          <a:stretch>
            <a:fillRect/>
          </a:stretch>
        </p:blipFill>
        <p:spPr>
          <a:xfrm>
            <a:off x="1" y="5928628"/>
            <a:ext cx="10437812" cy="321164"/>
          </a:xfrm>
          <a:prstGeom prst="rect">
            <a:avLst/>
          </a:prstGeom>
        </p:spPr>
      </p:pic>
      <p:pic>
        <p:nvPicPr>
          <p:cNvPr id="2097238" name="Picture 8" descr="HD-ShadowShort.png"/>
          <p:cNvPicPr>
            <a:picLocks noChangeAspect="1"/>
          </p:cNvPicPr>
          <p:nvPr/>
        </p:nvPicPr>
        <p:blipFill>
          <a:blip r:embed="rId3"/>
          <a:stretch>
            <a:fillRect/>
          </a:stretch>
        </p:blipFill>
        <p:spPr>
          <a:xfrm>
            <a:off x="10585826" y="5929622"/>
            <a:ext cx="1602997" cy="144270"/>
          </a:xfrm>
          <a:prstGeom prst="rect">
            <a:avLst/>
          </a:prstGeom>
        </p:spPr>
      </p:pic>
      <p:sp>
        <p:nvSpPr>
          <p:cNvPr id="1050037"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38"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39" name="Title 1"/>
          <p:cNvSpPr>
            <a:spLocks noGrp="1"/>
          </p:cNvSpPr>
          <p:nvPr>
            <p:ph type="title"/>
          </p:nvPr>
        </p:nvSpPr>
        <p:spPr>
          <a:xfrm>
            <a:off x="680322" y="4711616"/>
            <a:ext cx="9613859" cy="453051"/>
          </a:xfrm>
        </p:spPr>
        <p:txBody>
          <a:bodyPr anchor="b">
            <a:normAutofit/>
          </a:bodyPr>
          <a:lstStyle>
            <a:lvl1pPr>
              <a:defRPr sz="2400"/>
            </a:lvl1pPr>
          </a:lstStyle>
          <a:p>
            <a:r>
              <a:rPr lang="en-GB"/>
              <a:t>Click to edit Master title style</a:t>
            </a:r>
            <a:endParaRPr lang="en-US" dirty="0"/>
          </a:p>
        </p:txBody>
      </p:sp>
      <p:sp>
        <p:nvSpPr>
          <p:cNvPr id="1050040"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050041"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042" name="Date Placeholder 4"/>
          <p:cNvSpPr>
            <a:spLocks noGrp="1"/>
          </p:cNvSpPr>
          <p:nvPr>
            <p:ph type="dt" sz="half" idx="10"/>
          </p:nvPr>
        </p:nvSpPr>
        <p:spPr/>
        <p:txBody>
          <a:bodyPr/>
          <a:lstStyle/>
          <a:p>
            <a:fld id="{446C117F-5CCF-4837-BE5F-2B92066CAFAF}" type="datetimeFigureOut">
              <a:rPr lang="en-US" dirty="0"/>
              <a:t>1/29/2026</a:t>
            </a:fld>
            <a:endParaRPr lang="en-US" dirty="0"/>
          </a:p>
        </p:txBody>
      </p:sp>
      <p:sp>
        <p:nvSpPr>
          <p:cNvPr id="1050043" name="Footer Placeholder 5"/>
          <p:cNvSpPr>
            <a:spLocks noGrp="1"/>
          </p:cNvSpPr>
          <p:nvPr>
            <p:ph type="ftr" sz="quarter" idx="11"/>
          </p:nvPr>
        </p:nvSpPr>
        <p:spPr/>
        <p:txBody>
          <a:bodyPr/>
          <a:lstStyle/>
          <a:p>
            <a:endParaRPr lang="en-US" dirty="0"/>
          </a:p>
        </p:txBody>
      </p:sp>
      <p:sp>
        <p:nvSpPr>
          <p:cNvPr id="1050044" name="Slide Number Placeholder 6"/>
          <p:cNvSpPr>
            <a:spLocks noGrp="1"/>
          </p:cNvSpPr>
          <p:nvPr>
            <p:ph type="sldNum" sz="quarter" idx="12"/>
          </p:nvPr>
        </p:nvSpPr>
        <p:spPr>
          <a:xfrm>
            <a:off x="10729455" y="4711309"/>
            <a:ext cx="1154151" cy="1090789"/>
          </a:xfrm>
        </p:spPr>
        <p:txBody>
          <a:bodyPr/>
          <a:lstStyle/>
          <a:p>
            <a:fld id="{6D22F896-40B5-4ADD-8801-0D06FADFA095}" type="slidenum">
              <a:rPr lang="en-US" dirty="0"/>
              <a:t>‹#›</a:t>
            </a:fld>
            <a:endParaRPr lang="en-US" dirty="0"/>
          </a:p>
        </p:txBody>
      </p:sp>
    </p:spTree>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2097249" name="Picture 7" descr="HD-ShadowLong.png"/>
          <p:cNvPicPr>
            <a:picLocks noChangeAspect="1"/>
          </p:cNvPicPr>
          <p:nvPr/>
        </p:nvPicPr>
        <p:blipFill>
          <a:blip r:embed="rId2"/>
          <a:stretch>
            <a:fillRect/>
          </a:stretch>
        </p:blipFill>
        <p:spPr>
          <a:xfrm>
            <a:off x="1" y="5928628"/>
            <a:ext cx="10437812" cy="321164"/>
          </a:xfrm>
          <a:prstGeom prst="rect">
            <a:avLst/>
          </a:prstGeom>
        </p:spPr>
      </p:pic>
      <p:pic>
        <p:nvPicPr>
          <p:cNvPr id="2097250" name="Picture 8" descr="HD-ShadowShort.png"/>
          <p:cNvPicPr>
            <a:picLocks noChangeAspect="1"/>
          </p:cNvPicPr>
          <p:nvPr/>
        </p:nvPicPr>
        <p:blipFill>
          <a:blip r:embed="rId3"/>
          <a:stretch>
            <a:fillRect/>
          </a:stretch>
        </p:blipFill>
        <p:spPr>
          <a:xfrm>
            <a:off x="10585826" y="5929622"/>
            <a:ext cx="1602997" cy="144270"/>
          </a:xfrm>
          <a:prstGeom prst="rect">
            <a:avLst/>
          </a:prstGeom>
        </p:spPr>
      </p:pic>
      <p:sp>
        <p:nvSpPr>
          <p:cNvPr id="1050098"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99"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00" name="Title 1"/>
          <p:cNvSpPr>
            <a:spLocks noGrp="1"/>
          </p:cNvSpPr>
          <p:nvPr>
            <p:ph type="title"/>
          </p:nvPr>
        </p:nvSpPr>
        <p:spPr>
          <a:xfrm>
            <a:off x="680322" y="609597"/>
            <a:ext cx="9613858" cy="3592750"/>
          </a:xfrm>
        </p:spPr>
        <p:txBody>
          <a:bodyPr anchor="ctr"/>
          <a:lstStyle>
            <a:lvl1pPr>
              <a:defRPr sz="3200"/>
            </a:lvl1pPr>
          </a:lstStyle>
          <a:p>
            <a:r>
              <a:rPr lang="en-GB"/>
              <a:t>Click to edit Master title style</a:t>
            </a:r>
            <a:endParaRPr lang="en-US" dirty="0"/>
          </a:p>
        </p:txBody>
      </p:sp>
      <p:sp>
        <p:nvSpPr>
          <p:cNvPr id="1050101"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102" name="Date Placeholder 4"/>
          <p:cNvSpPr>
            <a:spLocks noGrp="1"/>
          </p:cNvSpPr>
          <p:nvPr>
            <p:ph type="dt" sz="half" idx="10"/>
          </p:nvPr>
        </p:nvSpPr>
        <p:spPr/>
        <p:txBody>
          <a:bodyPr/>
          <a:lstStyle/>
          <a:p>
            <a:fld id="{84EB90BD-B6CE-46B7-997F-7313B992CCDC}" type="datetimeFigureOut">
              <a:rPr lang="en-US" dirty="0"/>
              <a:t>1/29/2026</a:t>
            </a:fld>
            <a:endParaRPr lang="en-US" dirty="0"/>
          </a:p>
        </p:txBody>
      </p:sp>
      <p:sp>
        <p:nvSpPr>
          <p:cNvPr id="1050103" name="Footer Placeholder 5"/>
          <p:cNvSpPr>
            <a:spLocks noGrp="1"/>
          </p:cNvSpPr>
          <p:nvPr>
            <p:ph type="ftr" sz="quarter" idx="11"/>
          </p:nvPr>
        </p:nvSpPr>
        <p:spPr/>
        <p:txBody>
          <a:bodyPr/>
          <a:lstStyle/>
          <a:p>
            <a:endParaRPr lang="en-US" dirty="0"/>
          </a:p>
        </p:txBody>
      </p:sp>
      <p:sp>
        <p:nvSpPr>
          <p:cNvPr id="1050104" name="Slide Number Placeholder 6"/>
          <p:cNvSpPr>
            <a:spLocks noGrp="1"/>
          </p:cNvSpPr>
          <p:nvPr>
            <p:ph type="sldNum" sz="quarter" idx="12"/>
          </p:nvPr>
        </p:nvSpPr>
        <p:spPr>
          <a:xfrm>
            <a:off x="10729455" y="4711615"/>
            <a:ext cx="1154151" cy="1090789"/>
          </a:xfrm>
        </p:spPr>
        <p:txBody>
          <a:bodyPr/>
          <a:lstStyle/>
          <a:p>
            <a:fld id="{6D22F896-40B5-4ADD-8801-0D06FADFA095}" type="slidenum">
              <a:rPr lang="en-US" dirty="0"/>
              <a:t>‹#›</a:t>
            </a:fld>
            <a:endParaRPr lang="en-US" dirty="0"/>
          </a:p>
        </p:txBody>
      </p:sp>
    </p:spTree>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2097239" name="Picture 10" descr="HD-ShadowLong.png"/>
          <p:cNvPicPr>
            <a:picLocks noChangeAspect="1"/>
          </p:cNvPicPr>
          <p:nvPr/>
        </p:nvPicPr>
        <p:blipFill>
          <a:blip r:embed="rId2"/>
          <a:stretch>
            <a:fillRect/>
          </a:stretch>
        </p:blipFill>
        <p:spPr>
          <a:xfrm>
            <a:off x="1" y="5928628"/>
            <a:ext cx="10437812" cy="321164"/>
          </a:xfrm>
          <a:prstGeom prst="rect">
            <a:avLst/>
          </a:prstGeom>
        </p:spPr>
      </p:pic>
      <p:pic>
        <p:nvPicPr>
          <p:cNvPr id="2097240" name="Picture 12" descr="HD-ShadowShort.png"/>
          <p:cNvPicPr>
            <a:picLocks noChangeAspect="1"/>
          </p:cNvPicPr>
          <p:nvPr/>
        </p:nvPicPr>
        <p:blipFill>
          <a:blip r:embed="rId3"/>
          <a:stretch>
            <a:fillRect/>
          </a:stretch>
        </p:blipFill>
        <p:spPr>
          <a:xfrm>
            <a:off x="10585826" y="5929622"/>
            <a:ext cx="1602997" cy="144270"/>
          </a:xfrm>
          <a:prstGeom prst="rect">
            <a:avLst/>
          </a:prstGeom>
        </p:spPr>
      </p:pic>
      <p:sp>
        <p:nvSpPr>
          <p:cNvPr id="1050045"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46"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47" name="Title 1"/>
          <p:cNvSpPr>
            <a:spLocks noGrp="1"/>
          </p:cNvSpPr>
          <p:nvPr>
            <p:ph type="title"/>
          </p:nvPr>
        </p:nvSpPr>
        <p:spPr>
          <a:xfrm>
            <a:off x="1127856" y="609598"/>
            <a:ext cx="8718877" cy="3036061"/>
          </a:xfrm>
        </p:spPr>
        <p:txBody>
          <a:bodyPr anchor="ctr"/>
          <a:lstStyle>
            <a:lvl1pPr>
              <a:defRPr sz="3200"/>
            </a:lvl1pPr>
          </a:lstStyle>
          <a:p>
            <a:r>
              <a:rPr lang="en-GB"/>
              <a:t>Click to edit Master title style</a:t>
            </a:r>
            <a:endParaRPr lang="en-US" dirty="0"/>
          </a:p>
        </p:txBody>
      </p:sp>
      <p:sp>
        <p:nvSpPr>
          <p:cNvPr id="1050048"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049"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050" name="Date Placeholder 4"/>
          <p:cNvSpPr>
            <a:spLocks noGrp="1"/>
          </p:cNvSpPr>
          <p:nvPr>
            <p:ph type="dt" sz="half" idx="10"/>
          </p:nvPr>
        </p:nvSpPr>
        <p:spPr/>
        <p:txBody>
          <a:bodyPr/>
          <a:lstStyle/>
          <a:p>
            <a:fld id="{CDB9D11F-B188-461D-B23F-39381795C052}" type="datetimeFigureOut">
              <a:rPr lang="en-US" dirty="0"/>
              <a:t>1/29/2026</a:t>
            </a:fld>
            <a:endParaRPr lang="en-US" dirty="0"/>
          </a:p>
        </p:txBody>
      </p:sp>
      <p:sp>
        <p:nvSpPr>
          <p:cNvPr id="1050051" name="Footer Placeholder 5"/>
          <p:cNvSpPr>
            <a:spLocks noGrp="1"/>
          </p:cNvSpPr>
          <p:nvPr>
            <p:ph type="ftr" sz="quarter" idx="11"/>
          </p:nvPr>
        </p:nvSpPr>
        <p:spPr/>
        <p:txBody>
          <a:bodyPr/>
          <a:lstStyle/>
          <a:p>
            <a:endParaRPr lang="en-US" dirty="0"/>
          </a:p>
        </p:txBody>
      </p:sp>
      <p:sp>
        <p:nvSpPr>
          <p:cNvPr id="1050052" name="Slide Number Placeholder 6"/>
          <p:cNvSpPr>
            <a:spLocks noGrp="1"/>
          </p:cNvSpPr>
          <p:nvPr>
            <p:ph type="sldNum" sz="quarter" idx="12"/>
          </p:nvPr>
        </p:nvSpPr>
        <p:spPr>
          <a:xfrm>
            <a:off x="10729455" y="4709925"/>
            <a:ext cx="1154151" cy="1090789"/>
          </a:xfrm>
        </p:spPr>
        <p:txBody>
          <a:bodyPr/>
          <a:lstStyle/>
          <a:p>
            <a:fld id="{6D22F896-40B5-4ADD-8801-0D06FADFA095}" type="slidenum">
              <a:rPr lang="en-US" dirty="0"/>
              <a:t>‹#›</a:t>
            </a:fld>
            <a:endParaRPr lang="en-US" dirty="0"/>
          </a:p>
        </p:txBody>
      </p:sp>
      <p:sp>
        <p:nvSpPr>
          <p:cNvPr id="1050053"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050054"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2097256" name="Picture 8" descr="HD-ShadowLong.png"/>
          <p:cNvPicPr>
            <a:picLocks noChangeAspect="1"/>
          </p:cNvPicPr>
          <p:nvPr/>
        </p:nvPicPr>
        <p:blipFill>
          <a:blip r:embed="rId2"/>
          <a:stretch>
            <a:fillRect/>
          </a:stretch>
        </p:blipFill>
        <p:spPr>
          <a:xfrm>
            <a:off x="1" y="5928628"/>
            <a:ext cx="10437812" cy="321164"/>
          </a:xfrm>
          <a:prstGeom prst="rect">
            <a:avLst/>
          </a:prstGeom>
        </p:spPr>
      </p:pic>
      <p:pic>
        <p:nvPicPr>
          <p:cNvPr id="2097257" name="Picture 9" descr="HD-ShadowShort.png"/>
          <p:cNvPicPr>
            <a:picLocks noChangeAspect="1"/>
          </p:cNvPicPr>
          <p:nvPr/>
        </p:nvPicPr>
        <p:blipFill>
          <a:blip r:embed="rId3"/>
          <a:stretch>
            <a:fillRect/>
          </a:stretch>
        </p:blipFill>
        <p:spPr>
          <a:xfrm>
            <a:off x="10585826" y="5929622"/>
            <a:ext cx="1602997" cy="144270"/>
          </a:xfrm>
          <a:prstGeom prst="rect">
            <a:avLst/>
          </a:prstGeom>
        </p:spPr>
      </p:pic>
      <p:sp>
        <p:nvSpPr>
          <p:cNvPr id="1050129"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30"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31" name="Title 1"/>
          <p:cNvSpPr>
            <a:spLocks noGrp="1"/>
          </p:cNvSpPr>
          <p:nvPr>
            <p:ph type="title"/>
          </p:nvPr>
        </p:nvSpPr>
        <p:spPr>
          <a:xfrm>
            <a:off x="680319" y="4711615"/>
            <a:ext cx="9613862" cy="588535"/>
          </a:xfrm>
        </p:spPr>
        <p:txBody>
          <a:bodyPr anchor="b"/>
          <a:lstStyle>
            <a:lvl1pPr>
              <a:defRPr sz="3200"/>
            </a:lvl1pPr>
          </a:lstStyle>
          <a:p>
            <a:r>
              <a:rPr lang="en-GB"/>
              <a:t>Click to edit Master title style</a:t>
            </a:r>
            <a:endParaRPr lang="en-US" dirty="0"/>
          </a:p>
        </p:txBody>
      </p:sp>
      <p:sp>
        <p:nvSpPr>
          <p:cNvPr id="1050132"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133" name="Date Placeholder 4"/>
          <p:cNvSpPr>
            <a:spLocks noGrp="1"/>
          </p:cNvSpPr>
          <p:nvPr>
            <p:ph type="dt" sz="half" idx="10"/>
          </p:nvPr>
        </p:nvSpPr>
        <p:spPr/>
        <p:txBody>
          <a:bodyPr/>
          <a:lstStyle/>
          <a:p>
            <a:fld id="{52E6D8D9-55A2-4063-B0F3-121F44549695}" type="datetimeFigureOut">
              <a:rPr lang="en-US" dirty="0"/>
              <a:t>1/29/2026</a:t>
            </a:fld>
            <a:endParaRPr lang="en-US" dirty="0"/>
          </a:p>
        </p:txBody>
      </p:sp>
      <p:sp>
        <p:nvSpPr>
          <p:cNvPr id="1050134" name="Footer Placeholder 5"/>
          <p:cNvSpPr>
            <a:spLocks noGrp="1"/>
          </p:cNvSpPr>
          <p:nvPr>
            <p:ph type="ftr" sz="quarter" idx="11"/>
          </p:nvPr>
        </p:nvSpPr>
        <p:spPr/>
        <p:txBody>
          <a:bodyPr/>
          <a:lstStyle/>
          <a:p>
            <a:endParaRPr lang="en-US" dirty="0"/>
          </a:p>
        </p:txBody>
      </p:sp>
      <p:sp>
        <p:nvSpPr>
          <p:cNvPr id="1050135" name="Slide Number Placeholder 6"/>
          <p:cNvSpPr>
            <a:spLocks noGrp="1"/>
          </p:cNvSpPr>
          <p:nvPr>
            <p:ph type="sldNum" sz="quarter" idx="12"/>
          </p:nvPr>
        </p:nvSpPr>
        <p:spPr>
          <a:xfrm>
            <a:off x="10729455" y="4709925"/>
            <a:ext cx="1154151" cy="1090789"/>
          </a:xfrm>
        </p:spPr>
        <p:txBody>
          <a:bodyPr/>
          <a:lstStyle/>
          <a:p>
            <a:fld id="{6D22F896-40B5-4ADD-8801-0D06FADFA095}" type="slidenum">
              <a:rPr lang="en-US" dirty="0"/>
              <a:t>‹#›</a:t>
            </a:fld>
            <a:endParaRPr lang="en-US" dirty="0"/>
          </a:p>
        </p:txBody>
      </p:sp>
    </p:spTree>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2097254" name="Picture 12"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55" name="Picture 13"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117"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18"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119" name="Title 1"/>
          <p:cNvSpPr>
            <a:spLocks noGrp="1"/>
          </p:cNvSpPr>
          <p:nvPr>
            <p:ph type="title"/>
          </p:nvPr>
        </p:nvSpPr>
        <p:spPr>
          <a:xfrm>
            <a:off x="669222" y="753228"/>
            <a:ext cx="9624960" cy="1080938"/>
          </a:xfrm>
        </p:spPr>
        <p:txBody>
          <a:bodyPr/>
          <a:lstStyle/>
          <a:p>
            <a:r>
              <a:rPr lang="en-GB"/>
              <a:t>Click to edit Master title style</a:t>
            </a:r>
            <a:endParaRPr lang="en-US" dirty="0"/>
          </a:p>
        </p:txBody>
      </p:sp>
      <p:sp>
        <p:nvSpPr>
          <p:cNvPr id="1050120"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121"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50122"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123"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50124"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125"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50126" name="Date Placeholder 2"/>
          <p:cNvSpPr>
            <a:spLocks noGrp="1"/>
          </p:cNvSpPr>
          <p:nvPr>
            <p:ph type="dt" sz="half" idx="10"/>
          </p:nvPr>
        </p:nvSpPr>
        <p:spPr/>
        <p:txBody>
          <a:bodyPr/>
          <a:lstStyle/>
          <a:p>
            <a:fld id="{D4B24536-994D-4021-A283-9F449C0DB509}" type="datetimeFigureOut">
              <a:rPr lang="en-US" dirty="0"/>
              <a:t>1/29/2026</a:t>
            </a:fld>
            <a:endParaRPr lang="en-US" dirty="0"/>
          </a:p>
        </p:txBody>
      </p:sp>
      <p:sp>
        <p:nvSpPr>
          <p:cNvPr id="1050127" name="Footer Placeholder 3"/>
          <p:cNvSpPr>
            <a:spLocks noGrp="1"/>
          </p:cNvSpPr>
          <p:nvPr>
            <p:ph type="ftr" sz="quarter" idx="11"/>
          </p:nvPr>
        </p:nvSpPr>
        <p:spPr/>
        <p:txBody>
          <a:bodyPr/>
          <a:lstStyle/>
          <a:p>
            <a:endParaRPr lang="en-US" dirty="0"/>
          </a:p>
        </p:txBody>
      </p:sp>
      <p:sp>
        <p:nvSpPr>
          <p:cNvPr id="1050128"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097241" name="Picture 14"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42" name="Picture 15"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062"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63"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64"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050065"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066"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1050067"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50068"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069"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1050070"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50071"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072"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1050073"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50074" name="Date Placeholder 2"/>
          <p:cNvSpPr>
            <a:spLocks noGrp="1"/>
          </p:cNvSpPr>
          <p:nvPr>
            <p:ph type="dt" sz="half" idx="10"/>
          </p:nvPr>
        </p:nvSpPr>
        <p:spPr/>
        <p:txBody>
          <a:bodyPr/>
          <a:lstStyle/>
          <a:p>
            <a:fld id="{3CBBBB78-C96F-47B7-AB17-D852CA960AC9}" type="datetimeFigureOut">
              <a:rPr lang="en-US" dirty="0"/>
              <a:t>1/29/2026</a:t>
            </a:fld>
            <a:endParaRPr lang="en-US" dirty="0"/>
          </a:p>
        </p:txBody>
      </p:sp>
      <p:sp>
        <p:nvSpPr>
          <p:cNvPr id="1050075" name="Footer Placeholder 3"/>
          <p:cNvSpPr>
            <a:spLocks noGrp="1"/>
          </p:cNvSpPr>
          <p:nvPr>
            <p:ph type="ftr" sz="quarter" idx="11"/>
          </p:nvPr>
        </p:nvSpPr>
        <p:spPr/>
        <p:txBody>
          <a:bodyPr/>
          <a:lstStyle/>
          <a:p>
            <a:endParaRPr lang="en-US" dirty="0"/>
          </a:p>
        </p:txBody>
      </p:sp>
      <p:sp>
        <p:nvSpPr>
          <p:cNvPr id="1050076"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2097247" name="Picture 6" descr="HD-ShadowLong.png"/>
          <p:cNvPicPr>
            <a:picLocks noChangeAspect="1"/>
          </p:cNvPicPr>
          <p:nvPr/>
        </p:nvPicPr>
        <p:blipFill>
          <a:blip r:embed="rId2"/>
          <a:stretch>
            <a:fillRect/>
          </a:stretch>
        </p:blipFill>
        <p:spPr>
          <a:xfrm>
            <a:off x="1" y="1970240"/>
            <a:ext cx="10437812" cy="321164"/>
          </a:xfrm>
          <a:prstGeom prst="rect">
            <a:avLst/>
          </a:prstGeom>
        </p:spPr>
      </p:pic>
      <p:pic>
        <p:nvPicPr>
          <p:cNvPr id="2097248" name="Picture 7" descr="HD-ShadowShort.png"/>
          <p:cNvPicPr>
            <a:picLocks noChangeAspect="1"/>
          </p:cNvPicPr>
          <p:nvPr/>
        </p:nvPicPr>
        <p:blipFill>
          <a:blip r:embed="rId3"/>
          <a:stretch>
            <a:fillRect/>
          </a:stretch>
        </p:blipFill>
        <p:spPr>
          <a:xfrm>
            <a:off x="10585826" y="1971234"/>
            <a:ext cx="1602997" cy="144270"/>
          </a:xfrm>
          <a:prstGeom prst="rect">
            <a:avLst/>
          </a:prstGeom>
        </p:spPr>
      </p:pic>
      <p:sp>
        <p:nvSpPr>
          <p:cNvPr id="1050091"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92"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93" name="Title 1"/>
          <p:cNvSpPr>
            <a:spLocks noGrp="1"/>
          </p:cNvSpPr>
          <p:nvPr>
            <p:ph type="title"/>
          </p:nvPr>
        </p:nvSpPr>
        <p:spPr/>
        <p:txBody>
          <a:bodyPr/>
          <a:lstStyle>
            <a:lvl1pPr algn="r"/>
          </a:lstStyle>
          <a:p>
            <a:r>
              <a:rPr lang="en-GB"/>
              <a:t>Click to edit Master title style</a:t>
            </a:r>
            <a:endParaRPr lang="en-US" dirty="0"/>
          </a:p>
        </p:txBody>
      </p:sp>
      <p:sp>
        <p:nvSpPr>
          <p:cNvPr id="1050094"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95" name="Date Placeholder 3"/>
          <p:cNvSpPr>
            <a:spLocks noGrp="1"/>
          </p:cNvSpPr>
          <p:nvPr>
            <p:ph type="dt" sz="half" idx="10"/>
          </p:nvPr>
        </p:nvSpPr>
        <p:spPr/>
        <p:txBody>
          <a:bodyPr/>
          <a:lstStyle/>
          <a:p>
            <a:fld id="{1FA3F48C-C7C6-4055-9F49-3777875E72AE}" type="datetimeFigureOut">
              <a:rPr lang="en-US" dirty="0"/>
              <a:t>1/29/2026</a:t>
            </a:fld>
            <a:endParaRPr lang="en-US" dirty="0"/>
          </a:p>
        </p:txBody>
      </p:sp>
      <p:sp>
        <p:nvSpPr>
          <p:cNvPr id="1050096" name="Footer Placeholder 4"/>
          <p:cNvSpPr>
            <a:spLocks noGrp="1"/>
          </p:cNvSpPr>
          <p:nvPr>
            <p:ph type="ftr" sz="quarter" idx="11"/>
          </p:nvPr>
        </p:nvSpPr>
        <p:spPr/>
        <p:txBody>
          <a:bodyPr/>
          <a:lstStyle/>
          <a:p>
            <a:endParaRPr lang="en-US" dirty="0"/>
          </a:p>
        </p:txBody>
      </p:sp>
      <p:sp>
        <p:nvSpPr>
          <p:cNvPr id="1050097"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50055"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56"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057" name="Vertical Title 1"/>
          <p:cNvSpPr>
            <a:spLocks noGrp="1"/>
          </p:cNvSpPr>
          <p:nvPr>
            <p:ph type="title" orient="vert"/>
          </p:nvPr>
        </p:nvSpPr>
        <p:spPr>
          <a:xfrm>
            <a:off x="10129231" y="609597"/>
            <a:ext cx="1073802" cy="4353760"/>
          </a:xfrm>
        </p:spPr>
        <p:txBody>
          <a:bodyPr vert="eaVert"/>
          <a:lstStyle/>
          <a:p>
            <a:r>
              <a:rPr lang="en-GB"/>
              <a:t>Click to edit Master title style</a:t>
            </a:r>
            <a:endParaRPr lang="en-US" dirty="0"/>
          </a:p>
        </p:txBody>
      </p:sp>
      <p:sp>
        <p:nvSpPr>
          <p:cNvPr id="1050058" name="Vertical Text Placeholder 2"/>
          <p:cNvSpPr>
            <a:spLocks noGrp="1"/>
          </p:cNvSpPr>
          <p:nvPr>
            <p:ph type="body" orient="vert" idx="1"/>
          </p:nvPr>
        </p:nvSpPr>
        <p:spPr>
          <a:xfrm>
            <a:off x="680322" y="609597"/>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59" name="Date Placeholder 3"/>
          <p:cNvSpPr>
            <a:spLocks noGrp="1"/>
          </p:cNvSpPr>
          <p:nvPr>
            <p:ph type="dt" sz="half" idx="10"/>
          </p:nvPr>
        </p:nvSpPr>
        <p:spPr>
          <a:xfrm>
            <a:off x="6807126" y="5936187"/>
            <a:ext cx="2743200" cy="365125"/>
          </a:xfrm>
        </p:spPr>
        <p:txBody>
          <a:bodyPr/>
          <a:lstStyle/>
          <a:p>
            <a:fld id="{6178E61D-D431-422C-9764-11DAFE33AB63}" type="datetimeFigureOut">
              <a:rPr lang="en-US" dirty="0"/>
              <a:t>1/29/2026</a:t>
            </a:fld>
            <a:endParaRPr lang="en-US" dirty="0"/>
          </a:p>
        </p:txBody>
      </p:sp>
      <p:sp>
        <p:nvSpPr>
          <p:cNvPr id="1050060" name="Footer Placeholder 4"/>
          <p:cNvSpPr>
            <a:spLocks noGrp="1"/>
          </p:cNvSpPr>
          <p:nvPr>
            <p:ph type="ftr" sz="quarter" idx="11"/>
          </p:nvPr>
        </p:nvSpPr>
        <p:spPr>
          <a:xfrm>
            <a:off x="680321" y="5936188"/>
            <a:ext cx="6126805" cy="365125"/>
          </a:xfrm>
        </p:spPr>
        <p:txBody>
          <a:bodyPr/>
          <a:lstStyle/>
          <a:p>
            <a:endParaRPr lang="en-US" dirty="0"/>
          </a:p>
        </p:txBody>
      </p:sp>
      <p:sp>
        <p:nvSpPr>
          <p:cNvPr id="1050061" name="Slide Number Placeholder 5"/>
          <p:cNvSpPr>
            <a:spLocks noGrp="1"/>
          </p:cNvSpPr>
          <p:nvPr>
            <p:ph type="sldNum" sz="quarter" idx="12"/>
          </p:nvPr>
        </p:nvSpPr>
        <p:spPr>
          <a:xfrm>
            <a:off x="10097550" y="5398633"/>
            <a:ext cx="1154151" cy="1090789"/>
          </a:xfrm>
        </p:spPr>
        <p:txBody>
          <a:bodyPr anchor="t"/>
          <a:lstStyle>
            <a:lvl1pPr algn="ctr"/>
          </a:lstStyle>
          <a:p>
            <a:fld id="{6D22F896-40B5-4ADD-8801-0D06FADFA095}" type="slidenum">
              <a:rPr lang="en-US" dirty="0"/>
              <a:t>‹#›</a:t>
            </a:fld>
            <a:endParaRPr lang="en-US" dirty="0"/>
          </a:p>
        </p:txBody>
      </p:sp>
    </p:spTree>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1050281"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GB"/>
              <a:t>Click to edit Master title style</a:t>
            </a:r>
            <a:endParaRPr lang="en-US" dirty="0"/>
          </a:p>
        </p:txBody>
      </p:sp>
      <p:sp>
        <p:nvSpPr>
          <p:cNvPr id="1050282"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1050283" name="Date Placeholder 6"/>
          <p:cNvSpPr>
            <a:spLocks noGrp="1"/>
          </p:cNvSpPr>
          <p:nvPr>
            <p:ph type="dt" sz="half" idx="10"/>
          </p:nvPr>
        </p:nvSpPr>
        <p:spPr/>
        <p:txBody>
          <a:bodyPr/>
          <a:lstStyle/>
          <a:p>
            <a:fld id="{1160EA64-D806-43AC-9DF2-F8C432F32B4C}" type="datetimeFigureOut">
              <a:rPr lang="en-US" dirty="0"/>
              <a:t>1/29/2026</a:t>
            </a:fld>
            <a:endParaRPr lang="en-US" dirty="0"/>
          </a:p>
        </p:txBody>
      </p:sp>
      <p:sp>
        <p:nvSpPr>
          <p:cNvPr id="1050284" name="Footer Placeholder 7"/>
          <p:cNvSpPr>
            <a:spLocks noGrp="1"/>
          </p:cNvSpPr>
          <p:nvPr>
            <p:ph type="ftr" sz="quarter" idx="11"/>
          </p:nvPr>
        </p:nvSpPr>
        <p:spPr/>
        <p:txBody>
          <a:bodyPr/>
          <a:lstStyle/>
          <a:p>
            <a:endParaRPr lang="en-US" dirty="0"/>
          </a:p>
        </p:txBody>
      </p:sp>
      <p:sp>
        <p:nvSpPr>
          <p:cNvPr id="1050285"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50224" name="Title 1"/>
          <p:cNvSpPr>
            <a:spLocks noGrp="1"/>
          </p:cNvSpPr>
          <p:nvPr>
            <p:ph type="title"/>
          </p:nvPr>
        </p:nvSpPr>
        <p:spPr/>
        <p:txBody>
          <a:bodyPr/>
          <a:lstStyle/>
          <a:p>
            <a:r>
              <a:rPr lang="en-GB"/>
              <a:t>Click to edit Master title style</a:t>
            </a:r>
            <a:endParaRPr lang="en-US" dirty="0"/>
          </a:p>
        </p:txBody>
      </p:sp>
      <p:sp>
        <p:nvSpPr>
          <p:cNvPr id="1050225"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26" name="Date Placeholder 6"/>
          <p:cNvSpPr>
            <a:spLocks noGrp="1"/>
          </p:cNvSpPr>
          <p:nvPr>
            <p:ph type="dt" sz="half" idx="10"/>
          </p:nvPr>
        </p:nvSpPr>
        <p:spPr/>
        <p:txBody>
          <a:bodyPr/>
          <a:lstStyle/>
          <a:p>
            <a:fld id="{F070A7B3-6521-4DCA-87E5-044747A908C1}" type="datetimeFigureOut">
              <a:rPr lang="en-US" dirty="0"/>
              <a:t>1/29/2026</a:t>
            </a:fld>
            <a:endParaRPr lang="en-US" dirty="0"/>
          </a:p>
        </p:txBody>
      </p:sp>
      <p:sp>
        <p:nvSpPr>
          <p:cNvPr id="1050227" name="Footer Placeholder 7"/>
          <p:cNvSpPr>
            <a:spLocks noGrp="1"/>
          </p:cNvSpPr>
          <p:nvPr>
            <p:ph type="ftr" sz="quarter" idx="11"/>
          </p:nvPr>
        </p:nvSpPr>
        <p:spPr/>
        <p:txBody>
          <a:bodyPr/>
          <a:lstStyle/>
          <a:p>
            <a:endParaRPr lang="en-US" dirty="0"/>
          </a:p>
        </p:txBody>
      </p:sp>
      <p:sp>
        <p:nvSpPr>
          <p:cNvPr id="1050228"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1050231"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GB"/>
              <a:t>Click to edit Master title style</a:t>
            </a:r>
            <a:endParaRPr lang="en-US" dirty="0"/>
          </a:p>
        </p:txBody>
      </p:sp>
      <p:sp>
        <p:nvSpPr>
          <p:cNvPr id="1050232"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1050233" name="Date Placeholder 6"/>
          <p:cNvSpPr>
            <a:spLocks noGrp="1"/>
          </p:cNvSpPr>
          <p:nvPr>
            <p:ph type="dt" sz="half" idx="10"/>
          </p:nvPr>
        </p:nvSpPr>
        <p:spPr/>
        <p:txBody>
          <a:bodyPr/>
          <a:lstStyle/>
          <a:p>
            <a:fld id="{1160EA64-D806-43AC-9DF2-F8C432F32B4C}" type="datetimeFigureOut">
              <a:rPr lang="en-US" dirty="0"/>
              <a:t>1/29/2026</a:t>
            </a:fld>
            <a:endParaRPr lang="en-US" dirty="0"/>
          </a:p>
        </p:txBody>
      </p:sp>
      <p:sp>
        <p:nvSpPr>
          <p:cNvPr id="1050234" name="Footer Placeholder 7"/>
          <p:cNvSpPr>
            <a:spLocks noGrp="1"/>
          </p:cNvSpPr>
          <p:nvPr>
            <p:ph type="ftr" sz="quarter" idx="11"/>
          </p:nvPr>
        </p:nvSpPr>
        <p:spPr/>
        <p:txBody>
          <a:bodyPr/>
          <a:lstStyle/>
          <a:p>
            <a:endParaRPr lang="en-US" dirty="0"/>
          </a:p>
        </p:txBody>
      </p:sp>
      <p:sp>
        <p:nvSpPr>
          <p:cNvPr id="1050235"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50275" name="Title 1"/>
          <p:cNvSpPr>
            <a:spLocks noGrp="1"/>
          </p:cNvSpPr>
          <p:nvPr>
            <p:ph type="title"/>
          </p:nvPr>
        </p:nvSpPr>
        <p:spPr/>
        <p:txBody>
          <a:bodyPr/>
          <a:lstStyle/>
          <a:p>
            <a:r>
              <a:rPr lang="en-GB"/>
              <a:t>Click to edit Master title style</a:t>
            </a:r>
            <a:endParaRPr lang="en-US" dirty="0"/>
          </a:p>
        </p:txBody>
      </p:sp>
      <p:sp>
        <p:nvSpPr>
          <p:cNvPr id="1050276" name="Content Placeholder 2"/>
          <p:cNvSpPr>
            <a:spLocks noGrp="1"/>
          </p:cNvSpPr>
          <p:nvPr>
            <p:ph sz="half" idx="1"/>
          </p:nvPr>
        </p:nvSpPr>
        <p:spPr>
          <a:xfrm>
            <a:off x="1581912" y="2638044"/>
            <a:ext cx="4271771" cy="3101982"/>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77" name="Content Placeholder 3"/>
          <p:cNvSpPr>
            <a:spLocks noGrp="1"/>
          </p:cNvSpPr>
          <p:nvPr>
            <p:ph sz="half" idx="2"/>
          </p:nvPr>
        </p:nvSpPr>
        <p:spPr>
          <a:xfrm>
            <a:off x="6338315" y="2638044"/>
            <a:ext cx="4270247" cy="3101982"/>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78" name="Date Placeholder 7"/>
          <p:cNvSpPr>
            <a:spLocks noGrp="1"/>
          </p:cNvSpPr>
          <p:nvPr>
            <p:ph type="dt" sz="half" idx="10"/>
          </p:nvPr>
        </p:nvSpPr>
        <p:spPr/>
        <p:txBody>
          <a:bodyPr/>
          <a:lstStyle/>
          <a:p>
            <a:fld id="{AB134690-1557-4C89-A502-4959FE7FAD70}" type="datetimeFigureOut">
              <a:rPr lang="en-US" dirty="0"/>
              <a:t>1/29/2026</a:t>
            </a:fld>
            <a:endParaRPr lang="en-US" dirty="0"/>
          </a:p>
        </p:txBody>
      </p:sp>
      <p:sp>
        <p:nvSpPr>
          <p:cNvPr id="1050279" name="Footer Placeholder 8"/>
          <p:cNvSpPr>
            <a:spLocks noGrp="1"/>
          </p:cNvSpPr>
          <p:nvPr>
            <p:ph type="ftr" sz="quarter" idx="11"/>
          </p:nvPr>
        </p:nvSpPr>
        <p:spPr/>
        <p:txBody>
          <a:bodyPr/>
          <a:lstStyle/>
          <a:p>
            <a:endParaRPr lang="en-US" dirty="0"/>
          </a:p>
        </p:txBody>
      </p:sp>
      <p:sp>
        <p:nvSpPr>
          <p:cNvPr id="105028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50267"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268" name="Content Placeholder 3"/>
          <p:cNvSpPr>
            <a:spLocks noGrp="1"/>
          </p:cNvSpPr>
          <p:nvPr>
            <p:ph sz="half" idx="2"/>
          </p:nvPr>
        </p:nvSpPr>
        <p:spPr>
          <a:xfrm>
            <a:off x="1583436" y="3143250"/>
            <a:ext cx="4270248" cy="25967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69" name="Content Placeholder 5"/>
          <p:cNvSpPr>
            <a:spLocks noGrp="1"/>
          </p:cNvSpPr>
          <p:nvPr>
            <p:ph sz="quarter" idx="4"/>
          </p:nvPr>
        </p:nvSpPr>
        <p:spPr>
          <a:xfrm>
            <a:off x="6338316" y="3143250"/>
            <a:ext cx="4253484" cy="25967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70"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50271" name="Date Placeholder 6"/>
          <p:cNvSpPr>
            <a:spLocks noGrp="1"/>
          </p:cNvSpPr>
          <p:nvPr>
            <p:ph type="dt" sz="half" idx="10"/>
          </p:nvPr>
        </p:nvSpPr>
        <p:spPr/>
        <p:txBody>
          <a:bodyPr/>
          <a:lstStyle/>
          <a:p>
            <a:fld id="{4F7D4976-E339-4826-83B7-FBD03F55ECF8}" type="datetimeFigureOut">
              <a:rPr lang="en-US" dirty="0"/>
              <a:t>1/29/2026</a:t>
            </a:fld>
            <a:endParaRPr lang="en-US" dirty="0"/>
          </a:p>
        </p:txBody>
      </p:sp>
      <p:sp>
        <p:nvSpPr>
          <p:cNvPr id="1050272" name="Footer Placeholder 7"/>
          <p:cNvSpPr>
            <a:spLocks noGrp="1"/>
          </p:cNvSpPr>
          <p:nvPr>
            <p:ph type="ftr" sz="quarter" idx="11"/>
          </p:nvPr>
        </p:nvSpPr>
        <p:spPr/>
        <p:txBody>
          <a:bodyPr/>
          <a:lstStyle/>
          <a:p>
            <a:endParaRPr lang="en-US" dirty="0"/>
          </a:p>
        </p:txBody>
      </p:sp>
      <p:sp>
        <p:nvSpPr>
          <p:cNvPr id="1050273"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50274" name="Title 9"/>
          <p:cNvSpPr>
            <a:spLocks noGrp="1"/>
          </p:cNvSpPr>
          <p:nvPr>
            <p:ph type="title"/>
          </p:nvPr>
        </p:nvSpPr>
        <p:spPr/>
        <p:txBody>
          <a:bodyPr/>
          <a:lstStyle/>
          <a:p>
            <a:r>
              <a:rPr lang="en-GB"/>
              <a:t>Click to edit Master title style</a:t>
            </a:r>
            <a:endParaRPr lang="en-US" dirty="0"/>
          </a:p>
        </p:txBody>
      </p:sp>
    </p:spTree>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50263" name="Title 1"/>
          <p:cNvSpPr>
            <a:spLocks noGrp="1"/>
          </p:cNvSpPr>
          <p:nvPr>
            <p:ph type="title"/>
          </p:nvPr>
        </p:nvSpPr>
        <p:spPr/>
        <p:txBody>
          <a:bodyPr/>
          <a:lstStyle/>
          <a:p>
            <a:r>
              <a:rPr lang="en-GB"/>
              <a:t>Click to edit Master title style</a:t>
            </a:r>
            <a:endParaRPr lang="en-US" dirty="0"/>
          </a:p>
        </p:txBody>
      </p:sp>
      <p:sp>
        <p:nvSpPr>
          <p:cNvPr id="1050264" name="Date Placeholder 2"/>
          <p:cNvSpPr>
            <a:spLocks noGrp="1"/>
          </p:cNvSpPr>
          <p:nvPr>
            <p:ph type="dt" sz="half" idx="10"/>
          </p:nvPr>
        </p:nvSpPr>
        <p:spPr/>
        <p:txBody>
          <a:bodyPr/>
          <a:lstStyle/>
          <a:p>
            <a:fld id="{E1037C31-9E7A-4F99-8774-A0E530DE1A42}" type="datetimeFigureOut">
              <a:rPr lang="en-US" dirty="0"/>
              <a:t>1/29/2026</a:t>
            </a:fld>
            <a:endParaRPr lang="en-US" dirty="0"/>
          </a:p>
        </p:txBody>
      </p:sp>
      <p:sp>
        <p:nvSpPr>
          <p:cNvPr id="1050265" name="Footer Placeholder 3"/>
          <p:cNvSpPr>
            <a:spLocks noGrp="1"/>
          </p:cNvSpPr>
          <p:nvPr>
            <p:ph type="ftr" sz="quarter" idx="11"/>
          </p:nvPr>
        </p:nvSpPr>
        <p:spPr/>
        <p:txBody>
          <a:bodyPr/>
          <a:lstStyle/>
          <a:p>
            <a:endParaRPr lang="en-US" dirty="0"/>
          </a:p>
        </p:txBody>
      </p:sp>
      <p:sp>
        <p:nvSpPr>
          <p:cNvPr id="1050266"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50253" name="Date Placeholder 1"/>
          <p:cNvSpPr>
            <a:spLocks noGrp="1"/>
          </p:cNvSpPr>
          <p:nvPr>
            <p:ph type="dt" sz="half" idx="10"/>
          </p:nvPr>
        </p:nvSpPr>
        <p:spPr/>
        <p:txBody>
          <a:bodyPr/>
          <a:lstStyle/>
          <a:p>
            <a:fld id="{C278504F-A551-4DE0-9316-4DCD1D8CC752}" type="datetimeFigureOut">
              <a:rPr lang="en-US" dirty="0"/>
              <a:t>1/29/2026</a:t>
            </a:fld>
            <a:endParaRPr lang="en-US" dirty="0"/>
          </a:p>
        </p:txBody>
      </p:sp>
      <p:sp>
        <p:nvSpPr>
          <p:cNvPr id="1050254" name="Footer Placeholder 2"/>
          <p:cNvSpPr>
            <a:spLocks noGrp="1"/>
          </p:cNvSpPr>
          <p:nvPr>
            <p:ph type="ftr" sz="quarter" idx="11"/>
          </p:nvPr>
        </p:nvSpPr>
        <p:spPr/>
        <p:txBody>
          <a:bodyPr/>
          <a:lstStyle/>
          <a:p>
            <a:endParaRPr lang="en-US" dirty="0"/>
          </a:p>
        </p:txBody>
      </p:sp>
      <p:sp>
        <p:nvSpPr>
          <p:cNvPr id="1050255"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5023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237"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GB"/>
              <a:t>Click to edit Master title style</a:t>
            </a:r>
            <a:endParaRPr lang="en-US" dirty="0"/>
          </a:p>
        </p:txBody>
      </p:sp>
      <p:sp>
        <p:nvSpPr>
          <p:cNvPr id="1050238"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39"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240" name="Date Placeholder 8"/>
          <p:cNvSpPr>
            <a:spLocks noGrp="1"/>
          </p:cNvSpPr>
          <p:nvPr>
            <p:ph type="dt" sz="half" idx="10"/>
          </p:nvPr>
        </p:nvSpPr>
        <p:spPr/>
        <p:txBody>
          <a:bodyPr/>
          <a:lstStyle/>
          <a:p>
            <a:fld id="{D1BE4249-C0D0-4B06-8692-E8BB871AF643}" type="datetimeFigureOut">
              <a:rPr lang="en-US" dirty="0"/>
              <a:t>1/29/2026</a:t>
            </a:fld>
            <a:endParaRPr lang="en-US" dirty="0"/>
          </a:p>
        </p:txBody>
      </p:sp>
      <p:sp>
        <p:nvSpPr>
          <p:cNvPr id="1050241"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50242"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50256"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50257"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GB"/>
              <a:t>Click to edit Master title style</a:t>
            </a:r>
            <a:endParaRPr lang="en-US" dirty="0"/>
          </a:p>
        </p:txBody>
      </p:sp>
      <p:sp>
        <p:nvSpPr>
          <p:cNvPr id="1050258"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050259"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1050260"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1/29/2026</a:t>
            </a:fld>
            <a:endParaRPr lang="en-US" dirty="0"/>
          </a:p>
        </p:txBody>
      </p:sp>
      <p:sp>
        <p:nvSpPr>
          <p:cNvPr id="1050261"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50262"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50243" name="Title 1"/>
          <p:cNvSpPr>
            <a:spLocks noGrp="1"/>
          </p:cNvSpPr>
          <p:nvPr>
            <p:ph type="title"/>
          </p:nvPr>
        </p:nvSpPr>
        <p:spPr/>
        <p:txBody>
          <a:bodyPr/>
          <a:lstStyle/>
          <a:p>
            <a:r>
              <a:rPr lang="en-GB"/>
              <a:t>Click to edit Master title style</a:t>
            </a:r>
            <a:endParaRPr lang="en-US" dirty="0"/>
          </a:p>
        </p:txBody>
      </p:sp>
      <p:sp>
        <p:nvSpPr>
          <p:cNvPr id="1050244"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45" name="Date Placeholder 3"/>
          <p:cNvSpPr>
            <a:spLocks noGrp="1"/>
          </p:cNvSpPr>
          <p:nvPr>
            <p:ph type="dt" sz="half" idx="10"/>
          </p:nvPr>
        </p:nvSpPr>
        <p:spPr/>
        <p:txBody>
          <a:bodyPr/>
          <a:lstStyle/>
          <a:p>
            <a:fld id="{E9F9C37B-1D36-470B-8223-D6C91242EC14}" type="datetimeFigureOut">
              <a:rPr lang="en-US" dirty="0"/>
              <a:t>1/29/2026</a:t>
            </a:fld>
            <a:endParaRPr lang="en-US" dirty="0"/>
          </a:p>
        </p:txBody>
      </p:sp>
      <p:sp>
        <p:nvSpPr>
          <p:cNvPr id="1050246" name="Footer Placeholder 4"/>
          <p:cNvSpPr>
            <a:spLocks noGrp="1"/>
          </p:cNvSpPr>
          <p:nvPr>
            <p:ph type="ftr" sz="quarter" idx="11"/>
          </p:nvPr>
        </p:nvSpPr>
        <p:spPr/>
        <p:txBody>
          <a:bodyPr/>
          <a:lstStyle/>
          <a:p>
            <a:endParaRPr lang="en-US" dirty="0"/>
          </a:p>
        </p:txBody>
      </p:sp>
      <p:sp>
        <p:nvSpPr>
          <p:cNvPr id="1050247"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50248" name="Vertical Title 1"/>
          <p:cNvSpPr>
            <a:spLocks noGrp="1"/>
          </p:cNvSpPr>
          <p:nvPr>
            <p:ph type="title" orient="vert"/>
          </p:nvPr>
        </p:nvSpPr>
        <p:spPr>
          <a:xfrm>
            <a:off x="8653112" y="937260"/>
            <a:ext cx="1298608" cy="4983480"/>
          </a:xfrm>
        </p:spPr>
        <p:txBody>
          <a:bodyPr vert="eaVert"/>
          <a:lstStyle/>
          <a:p>
            <a:r>
              <a:rPr lang="en-GB"/>
              <a:t>Click to edit Master title style</a:t>
            </a:r>
            <a:endParaRPr lang="en-US" dirty="0"/>
          </a:p>
        </p:txBody>
      </p:sp>
      <p:sp>
        <p:nvSpPr>
          <p:cNvPr id="1050249" name="Vertical Text Placeholder 2"/>
          <p:cNvSpPr>
            <a:spLocks noGrp="1"/>
          </p:cNvSpPr>
          <p:nvPr>
            <p:ph type="body" orient="vert" idx="1"/>
          </p:nvPr>
        </p:nvSpPr>
        <p:spPr>
          <a:xfrm>
            <a:off x="2231136" y="937260"/>
            <a:ext cx="6198489" cy="4983480"/>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50" name="Date Placeholder 3"/>
          <p:cNvSpPr>
            <a:spLocks noGrp="1"/>
          </p:cNvSpPr>
          <p:nvPr>
            <p:ph type="dt" sz="half" idx="10"/>
          </p:nvPr>
        </p:nvSpPr>
        <p:spPr/>
        <p:txBody>
          <a:bodyPr/>
          <a:lstStyle/>
          <a:p>
            <a:fld id="{67C6F52A-A82B-47A2-A83A-8C4C91F2D59F}" type="datetimeFigureOut">
              <a:rPr lang="en-US" dirty="0"/>
              <a:t>1/29/2026</a:t>
            </a:fld>
            <a:endParaRPr lang="en-US" dirty="0"/>
          </a:p>
        </p:txBody>
      </p:sp>
      <p:sp>
        <p:nvSpPr>
          <p:cNvPr id="1050251" name="Footer Placeholder 4"/>
          <p:cNvSpPr>
            <a:spLocks noGrp="1"/>
          </p:cNvSpPr>
          <p:nvPr>
            <p:ph type="ftr" sz="quarter" idx="11"/>
          </p:nvPr>
        </p:nvSpPr>
        <p:spPr/>
        <p:txBody>
          <a:bodyPr/>
          <a:lstStyle/>
          <a:p>
            <a:endParaRPr lang="en-US" dirty="0"/>
          </a:p>
        </p:txBody>
      </p:sp>
      <p:sp>
        <p:nvSpPr>
          <p:cNvPr id="1050252"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20"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4.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18" Type="http://schemas.openxmlformats.org/officeDocument/2006/relationships/theme" Target="../theme/theme3.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17" Type="http://schemas.openxmlformats.org/officeDocument/2006/relationships/slideLayout" Target="../slideLayouts/slideLayout51.xml"/><Relationship Id="rId2" Type="http://schemas.openxmlformats.org/officeDocument/2006/relationships/slideLayout" Target="../slideLayouts/slideLayout36.xml"/><Relationship Id="rId16" Type="http://schemas.openxmlformats.org/officeDocument/2006/relationships/slideLayout" Target="../slideLayouts/slideLayout50.xml"/><Relationship Id="rId20" Type="http://schemas.openxmlformats.org/officeDocument/2006/relationships/image" Target="../media/image5.png"/><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5" Type="http://schemas.openxmlformats.org/officeDocument/2006/relationships/slideLayout" Target="../slideLayouts/slideLayout49.xml"/><Relationship Id="rId10" Type="http://schemas.openxmlformats.org/officeDocument/2006/relationships/slideLayout" Target="../slideLayouts/slideLayout44.xml"/><Relationship Id="rId19" Type="http://schemas.openxmlformats.org/officeDocument/2006/relationships/image" Target="../media/image4.png"/><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9.xml"/><Relationship Id="rId13" Type="http://schemas.openxmlformats.org/officeDocument/2006/relationships/slideLayout" Target="../slideLayouts/slideLayout64.xml"/><Relationship Id="rId18" Type="http://schemas.openxmlformats.org/officeDocument/2006/relationships/theme" Target="../theme/theme4.xml"/><Relationship Id="rId3" Type="http://schemas.openxmlformats.org/officeDocument/2006/relationships/slideLayout" Target="../slideLayouts/slideLayout54.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image" Target="../media/image5.pn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5" Type="http://schemas.openxmlformats.org/officeDocument/2006/relationships/slideLayout" Target="../slideLayouts/slideLayout56.xml"/><Relationship Id="rId15" Type="http://schemas.openxmlformats.org/officeDocument/2006/relationships/slideLayout" Target="../slideLayouts/slideLayout66.xml"/><Relationship Id="rId10" Type="http://schemas.openxmlformats.org/officeDocument/2006/relationships/slideLayout" Target="../slideLayouts/slideLayout61.xml"/><Relationship Id="rId19" Type="http://schemas.openxmlformats.org/officeDocument/2006/relationships/image" Target="../media/image4.png"/><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76.xml"/><Relationship Id="rId13" Type="http://schemas.openxmlformats.org/officeDocument/2006/relationships/slideLayout" Target="../slideLayouts/slideLayout81.xml"/><Relationship Id="rId18" Type="http://schemas.openxmlformats.org/officeDocument/2006/relationships/theme" Target="../theme/theme5.xml"/><Relationship Id="rId3" Type="http://schemas.openxmlformats.org/officeDocument/2006/relationships/slideLayout" Target="../slideLayouts/slideLayout71.xml"/><Relationship Id="rId7" Type="http://schemas.openxmlformats.org/officeDocument/2006/relationships/slideLayout" Target="../slideLayouts/slideLayout75.xml"/><Relationship Id="rId12" Type="http://schemas.openxmlformats.org/officeDocument/2006/relationships/slideLayout" Target="../slideLayouts/slideLayout80.xml"/><Relationship Id="rId17" Type="http://schemas.openxmlformats.org/officeDocument/2006/relationships/slideLayout" Target="../slideLayouts/slideLayout85.xml"/><Relationship Id="rId2" Type="http://schemas.openxmlformats.org/officeDocument/2006/relationships/slideLayout" Target="../slideLayouts/slideLayout70.xml"/><Relationship Id="rId16" Type="http://schemas.openxmlformats.org/officeDocument/2006/relationships/slideLayout" Target="../slideLayouts/slideLayout84.xml"/><Relationship Id="rId20" Type="http://schemas.openxmlformats.org/officeDocument/2006/relationships/image" Target="../media/image5.png"/><Relationship Id="rId1" Type="http://schemas.openxmlformats.org/officeDocument/2006/relationships/slideLayout" Target="../slideLayouts/slideLayout69.xml"/><Relationship Id="rId6" Type="http://schemas.openxmlformats.org/officeDocument/2006/relationships/slideLayout" Target="../slideLayouts/slideLayout74.xml"/><Relationship Id="rId11" Type="http://schemas.openxmlformats.org/officeDocument/2006/relationships/slideLayout" Target="../slideLayouts/slideLayout79.xml"/><Relationship Id="rId5" Type="http://schemas.openxmlformats.org/officeDocument/2006/relationships/slideLayout" Target="../slideLayouts/slideLayout73.xml"/><Relationship Id="rId15" Type="http://schemas.openxmlformats.org/officeDocument/2006/relationships/slideLayout" Target="../slideLayouts/slideLayout83.xml"/><Relationship Id="rId10" Type="http://schemas.openxmlformats.org/officeDocument/2006/relationships/slideLayout" Target="../slideLayouts/slideLayout78.xml"/><Relationship Id="rId19" Type="http://schemas.openxmlformats.org/officeDocument/2006/relationships/image" Target="../media/image4.png"/><Relationship Id="rId4" Type="http://schemas.openxmlformats.org/officeDocument/2006/relationships/slideLayout" Target="../slideLayouts/slideLayout72.xml"/><Relationship Id="rId9" Type="http://schemas.openxmlformats.org/officeDocument/2006/relationships/slideLayout" Target="../slideLayouts/slideLayout77.xml"/><Relationship Id="rId14" Type="http://schemas.openxmlformats.org/officeDocument/2006/relationships/slideLayout" Target="../slideLayouts/slideLayout82.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93.xml"/><Relationship Id="rId13" Type="http://schemas.openxmlformats.org/officeDocument/2006/relationships/slideLayout" Target="../slideLayouts/slideLayout98.xml"/><Relationship Id="rId18" Type="http://schemas.openxmlformats.org/officeDocument/2006/relationships/theme" Target="../theme/theme6.xml"/><Relationship Id="rId3" Type="http://schemas.openxmlformats.org/officeDocument/2006/relationships/slideLayout" Target="../slideLayouts/slideLayout88.xml"/><Relationship Id="rId7" Type="http://schemas.openxmlformats.org/officeDocument/2006/relationships/slideLayout" Target="../slideLayouts/slideLayout92.xml"/><Relationship Id="rId12" Type="http://schemas.openxmlformats.org/officeDocument/2006/relationships/slideLayout" Target="../slideLayouts/slideLayout97.xml"/><Relationship Id="rId17" Type="http://schemas.openxmlformats.org/officeDocument/2006/relationships/slideLayout" Target="../slideLayouts/slideLayout102.xml"/><Relationship Id="rId2" Type="http://schemas.openxmlformats.org/officeDocument/2006/relationships/slideLayout" Target="../slideLayouts/slideLayout87.xml"/><Relationship Id="rId16" Type="http://schemas.openxmlformats.org/officeDocument/2006/relationships/slideLayout" Target="../slideLayouts/slideLayout101.xml"/><Relationship Id="rId20" Type="http://schemas.openxmlformats.org/officeDocument/2006/relationships/image" Target="../media/image5.png"/><Relationship Id="rId1" Type="http://schemas.openxmlformats.org/officeDocument/2006/relationships/slideLayout" Target="../slideLayouts/slideLayout86.xml"/><Relationship Id="rId6" Type="http://schemas.openxmlformats.org/officeDocument/2006/relationships/slideLayout" Target="../slideLayouts/slideLayout91.xml"/><Relationship Id="rId11" Type="http://schemas.openxmlformats.org/officeDocument/2006/relationships/slideLayout" Target="../slideLayouts/slideLayout96.xml"/><Relationship Id="rId5" Type="http://schemas.openxmlformats.org/officeDocument/2006/relationships/slideLayout" Target="../slideLayouts/slideLayout90.xml"/><Relationship Id="rId15" Type="http://schemas.openxmlformats.org/officeDocument/2006/relationships/slideLayout" Target="../slideLayouts/slideLayout100.xml"/><Relationship Id="rId10" Type="http://schemas.openxmlformats.org/officeDocument/2006/relationships/slideLayout" Target="../slideLayouts/slideLayout95.xml"/><Relationship Id="rId19" Type="http://schemas.openxmlformats.org/officeDocument/2006/relationships/image" Target="../media/image4.png"/><Relationship Id="rId4" Type="http://schemas.openxmlformats.org/officeDocument/2006/relationships/slideLayout" Target="../slideLayouts/slideLayout89.xml"/><Relationship Id="rId9" Type="http://schemas.openxmlformats.org/officeDocument/2006/relationships/slideLayout" Target="../slideLayouts/slideLayout94.xml"/><Relationship Id="rId14" Type="http://schemas.openxmlformats.org/officeDocument/2006/relationships/slideLayout" Target="../slideLayouts/slideLayout99.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110.xml"/><Relationship Id="rId13" Type="http://schemas.openxmlformats.org/officeDocument/2006/relationships/slideLayout" Target="../slideLayouts/slideLayout115.xml"/><Relationship Id="rId18" Type="http://schemas.openxmlformats.org/officeDocument/2006/relationships/theme" Target="../theme/theme7.xml"/><Relationship Id="rId3" Type="http://schemas.openxmlformats.org/officeDocument/2006/relationships/slideLayout" Target="../slideLayouts/slideLayout105.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image" Target="../media/image5.pn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5" Type="http://schemas.openxmlformats.org/officeDocument/2006/relationships/slideLayout" Target="../slideLayouts/slideLayout107.xml"/><Relationship Id="rId15" Type="http://schemas.openxmlformats.org/officeDocument/2006/relationships/slideLayout" Target="../slideLayouts/slideLayout117.xml"/><Relationship Id="rId10" Type="http://schemas.openxmlformats.org/officeDocument/2006/relationships/slideLayout" Target="../slideLayouts/slideLayout112.xml"/><Relationship Id="rId19" Type="http://schemas.openxmlformats.org/officeDocument/2006/relationships/image" Target="../media/image4.png"/><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127.xml"/><Relationship Id="rId13" Type="http://schemas.openxmlformats.org/officeDocument/2006/relationships/slideLayout" Target="../slideLayouts/slideLayout132.xml"/><Relationship Id="rId18" Type="http://schemas.openxmlformats.org/officeDocument/2006/relationships/theme" Target="../theme/theme8.xml"/><Relationship Id="rId3" Type="http://schemas.openxmlformats.org/officeDocument/2006/relationships/slideLayout" Target="../slideLayouts/slideLayout122.xml"/><Relationship Id="rId7" Type="http://schemas.openxmlformats.org/officeDocument/2006/relationships/slideLayout" Target="../slideLayouts/slideLayout126.xml"/><Relationship Id="rId12" Type="http://schemas.openxmlformats.org/officeDocument/2006/relationships/slideLayout" Target="../slideLayouts/slideLayout131.xml"/><Relationship Id="rId17" Type="http://schemas.openxmlformats.org/officeDocument/2006/relationships/slideLayout" Target="../slideLayouts/slideLayout136.xml"/><Relationship Id="rId2" Type="http://schemas.openxmlformats.org/officeDocument/2006/relationships/slideLayout" Target="../slideLayouts/slideLayout121.xml"/><Relationship Id="rId16" Type="http://schemas.openxmlformats.org/officeDocument/2006/relationships/slideLayout" Target="../slideLayouts/slideLayout135.xml"/><Relationship Id="rId20" Type="http://schemas.openxmlformats.org/officeDocument/2006/relationships/image" Target="../media/image5.png"/><Relationship Id="rId1" Type="http://schemas.openxmlformats.org/officeDocument/2006/relationships/slideLayout" Target="../slideLayouts/slideLayout120.xml"/><Relationship Id="rId6" Type="http://schemas.openxmlformats.org/officeDocument/2006/relationships/slideLayout" Target="../slideLayouts/slideLayout125.xml"/><Relationship Id="rId11" Type="http://schemas.openxmlformats.org/officeDocument/2006/relationships/slideLayout" Target="../slideLayouts/slideLayout130.xml"/><Relationship Id="rId5" Type="http://schemas.openxmlformats.org/officeDocument/2006/relationships/slideLayout" Target="../slideLayouts/slideLayout124.xml"/><Relationship Id="rId15" Type="http://schemas.openxmlformats.org/officeDocument/2006/relationships/slideLayout" Target="../slideLayouts/slideLayout134.xml"/><Relationship Id="rId10" Type="http://schemas.openxmlformats.org/officeDocument/2006/relationships/slideLayout" Target="../slideLayouts/slideLayout129.xml"/><Relationship Id="rId19" Type="http://schemas.openxmlformats.org/officeDocument/2006/relationships/image" Target="../media/image4.png"/><Relationship Id="rId4" Type="http://schemas.openxmlformats.org/officeDocument/2006/relationships/slideLayout" Target="../slideLayouts/slideLayout123.xml"/><Relationship Id="rId9" Type="http://schemas.openxmlformats.org/officeDocument/2006/relationships/slideLayout" Target="../slideLayouts/slideLayout128.xml"/><Relationship Id="rId14" Type="http://schemas.openxmlformats.org/officeDocument/2006/relationships/slideLayout" Target="../slideLayouts/slideLayout133.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144.xml"/><Relationship Id="rId13" Type="http://schemas.openxmlformats.org/officeDocument/2006/relationships/slideLayout" Target="../slideLayouts/slideLayout149.xml"/><Relationship Id="rId18" Type="http://schemas.openxmlformats.org/officeDocument/2006/relationships/theme" Target="../theme/theme9.xml"/><Relationship Id="rId3" Type="http://schemas.openxmlformats.org/officeDocument/2006/relationships/slideLayout" Target="../slideLayouts/slideLayout139.xml"/><Relationship Id="rId7" Type="http://schemas.openxmlformats.org/officeDocument/2006/relationships/slideLayout" Target="../slideLayouts/slideLayout143.xml"/><Relationship Id="rId12" Type="http://schemas.openxmlformats.org/officeDocument/2006/relationships/slideLayout" Target="../slideLayouts/slideLayout148.xml"/><Relationship Id="rId17" Type="http://schemas.openxmlformats.org/officeDocument/2006/relationships/slideLayout" Target="../slideLayouts/slideLayout153.xml"/><Relationship Id="rId2" Type="http://schemas.openxmlformats.org/officeDocument/2006/relationships/slideLayout" Target="../slideLayouts/slideLayout138.xml"/><Relationship Id="rId16" Type="http://schemas.openxmlformats.org/officeDocument/2006/relationships/slideLayout" Target="../slideLayouts/slideLayout152.xml"/><Relationship Id="rId20" Type="http://schemas.openxmlformats.org/officeDocument/2006/relationships/image" Target="../media/image5.png"/><Relationship Id="rId1" Type="http://schemas.openxmlformats.org/officeDocument/2006/relationships/slideLayout" Target="../slideLayouts/slideLayout137.xml"/><Relationship Id="rId6" Type="http://schemas.openxmlformats.org/officeDocument/2006/relationships/slideLayout" Target="../slideLayouts/slideLayout142.xml"/><Relationship Id="rId11" Type="http://schemas.openxmlformats.org/officeDocument/2006/relationships/slideLayout" Target="../slideLayouts/slideLayout147.xml"/><Relationship Id="rId5" Type="http://schemas.openxmlformats.org/officeDocument/2006/relationships/slideLayout" Target="../slideLayouts/slideLayout141.xml"/><Relationship Id="rId15" Type="http://schemas.openxmlformats.org/officeDocument/2006/relationships/slideLayout" Target="../slideLayouts/slideLayout151.xml"/><Relationship Id="rId10" Type="http://schemas.openxmlformats.org/officeDocument/2006/relationships/slideLayout" Target="../slideLayouts/slideLayout146.xml"/><Relationship Id="rId19" Type="http://schemas.openxmlformats.org/officeDocument/2006/relationships/image" Target="../media/image4.png"/><Relationship Id="rId4" Type="http://schemas.openxmlformats.org/officeDocument/2006/relationships/slideLayout" Target="../slideLayouts/slideLayout140.xml"/><Relationship Id="rId9" Type="http://schemas.openxmlformats.org/officeDocument/2006/relationships/slideLayout" Target="../slideLayouts/slideLayout145.xml"/><Relationship Id="rId14" Type="http://schemas.openxmlformats.org/officeDocument/2006/relationships/slideLayout" Target="../slideLayouts/slideLayout150.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161.xml"/><Relationship Id="rId13" Type="http://schemas.openxmlformats.org/officeDocument/2006/relationships/slideLayout" Target="../slideLayouts/slideLayout166.xml"/><Relationship Id="rId18" Type="http://schemas.openxmlformats.org/officeDocument/2006/relationships/theme" Target="../theme/theme10.xml"/><Relationship Id="rId3" Type="http://schemas.openxmlformats.org/officeDocument/2006/relationships/slideLayout" Target="../slideLayouts/slideLayout156.xml"/><Relationship Id="rId7" Type="http://schemas.openxmlformats.org/officeDocument/2006/relationships/slideLayout" Target="../slideLayouts/slideLayout160.xml"/><Relationship Id="rId12" Type="http://schemas.openxmlformats.org/officeDocument/2006/relationships/slideLayout" Target="../slideLayouts/slideLayout165.xml"/><Relationship Id="rId17" Type="http://schemas.openxmlformats.org/officeDocument/2006/relationships/slideLayout" Target="../slideLayouts/slideLayout170.xml"/><Relationship Id="rId2" Type="http://schemas.openxmlformats.org/officeDocument/2006/relationships/slideLayout" Target="../slideLayouts/slideLayout155.xml"/><Relationship Id="rId16" Type="http://schemas.openxmlformats.org/officeDocument/2006/relationships/slideLayout" Target="../slideLayouts/slideLayout169.xml"/><Relationship Id="rId20" Type="http://schemas.openxmlformats.org/officeDocument/2006/relationships/image" Target="../media/image5.png"/><Relationship Id="rId1" Type="http://schemas.openxmlformats.org/officeDocument/2006/relationships/slideLayout" Target="../slideLayouts/slideLayout154.xml"/><Relationship Id="rId6" Type="http://schemas.openxmlformats.org/officeDocument/2006/relationships/slideLayout" Target="../slideLayouts/slideLayout159.xml"/><Relationship Id="rId11" Type="http://schemas.openxmlformats.org/officeDocument/2006/relationships/slideLayout" Target="../slideLayouts/slideLayout164.xml"/><Relationship Id="rId5" Type="http://schemas.openxmlformats.org/officeDocument/2006/relationships/slideLayout" Target="../slideLayouts/slideLayout158.xml"/><Relationship Id="rId15" Type="http://schemas.openxmlformats.org/officeDocument/2006/relationships/slideLayout" Target="../slideLayouts/slideLayout168.xml"/><Relationship Id="rId10" Type="http://schemas.openxmlformats.org/officeDocument/2006/relationships/slideLayout" Target="../slideLayouts/slideLayout163.xml"/><Relationship Id="rId19" Type="http://schemas.openxmlformats.org/officeDocument/2006/relationships/image" Target="../media/image4.png"/><Relationship Id="rId4" Type="http://schemas.openxmlformats.org/officeDocument/2006/relationships/slideLayout" Target="../slideLayouts/slideLayout157.xml"/><Relationship Id="rId9" Type="http://schemas.openxmlformats.org/officeDocument/2006/relationships/slideLayout" Target="../slideLayouts/slideLayout162.xml"/><Relationship Id="rId14" Type="http://schemas.openxmlformats.org/officeDocument/2006/relationships/slideLayout" Target="../slideLayouts/slideLayout167.xml"/></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178.xml"/><Relationship Id="rId13" Type="http://schemas.openxmlformats.org/officeDocument/2006/relationships/slideLayout" Target="../slideLayouts/slideLayout183.xml"/><Relationship Id="rId18" Type="http://schemas.openxmlformats.org/officeDocument/2006/relationships/theme" Target="../theme/theme11.xml"/><Relationship Id="rId3" Type="http://schemas.openxmlformats.org/officeDocument/2006/relationships/slideLayout" Target="../slideLayouts/slideLayout173.xml"/><Relationship Id="rId7" Type="http://schemas.openxmlformats.org/officeDocument/2006/relationships/slideLayout" Target="../slideLayouts/slideLayout177.xml"/><Relationship Id="rId12" Type="http://schemas.openxmlformats.org/officeDocument/2006/relationships/slideLayout" Target="../slideLayouts/slideLayout182.xml"/><Relationship Id="rId17" Type="http://schemas.openxmlformats.org/officeDocument/2006/relationships/slideLayout" Target="../slideLayouts/slideLayout187.xml"/><Relationship Id="rId2" Type="http://schemas.openxmlformats.org/officeDocument/2006/relationships/slideLayout" Target="../slideLayouts/slideLayout172.xml"/><Relationship Id="rId16" Type="http://schemas.openxmlformats.org/officeDocument/2006/relationships/slideLayout" Target="../slideLayouts/slideLayout186.xml"/><Relationship Id="rId20" Type="http://schemas.openxmlformats.org/officeDocument/2006/relationships/image" Target="../media/image5.png"/><Relationship Id="rId1" Type="http://schemas.openxmlformats.org/officeDocument/2006/relationships/slideLayout" Target="../slideLayouts/slideLayout171.xml"/><Relationship Id="rId6" Type="http://schemas.openxmlformats.org/officeDocument/2006/relationships/slideLayout" Target="../slideLayouts/slideLayout176.xml"/><Relationship Id="rId11" Type="http://schemas.openxmlformats.org/officeDocument/2006/relationships/slideLayout" Target="../slideLayouts/slideLayout181.xml"/><Relationship Id="rId5" Type="http://schemas.openxmlformats.org/officeDocument/2006/relationships/slideLayout" Target="../slideLayouts/slideLayout175.xml"/><Relationship Id="rId15" Type="http://schemas.openxmlformats.org/officeDocument/2006/relationships/slideLayout" Target="../slideLayouts/slideLayout185.xml"/><Relationship Id="rId10" Type="http://schemas.openxmlformats.org/officeDocument/2006/relationships/slideLayout" Target="../slideLayouts/slideLayout180.xml"/><Relationship Id="rId19" Type="http://schemas.openxmlformats.org/officeDocument/2006/relationships/image" Target="../media/image4.png"/><Relationship Id="rId4" Type="http://schemas.openxmlformats.org/officeDocument/2006/relationships/slideLayout" Target="../slideLayouts/slideLayout174.xml"/><Relationship Id="rId9" Type="http://schemas.openxmlformats.org/officeDocument/2006/relationships/slideLayout" Target="../slideLayouts/slideLayout179.xml"/><Relationship Id="rId14" Type="http://schemas.openxmlformats.org/officeDocument/2006/relationships/slideLayout" Target="../slideLayouts/slideLayout184.xml"/></Relationships>
</file>

<file path=ppt/slideMasters/_rels/slideMaster12.xml.rels><?xml version="1.0" encoding="UTF-8" standalone="yes"?>
<Relationships xmlns="http://schemas.openxmlformats.org/package/2006/relationships"><Relationship Id="rId8" Type="http://schemas.openxmlformats.org/officeDocument/2006/relationships/slideLayout" Target="../slideLayouts/slideLayout195.xml"/><Relationship Id="rId13" Type="http://schemas.openxmlformats.org/officeDocument/2006/relationships/slideLayout" Target="../slideLayouts/slideLayout200.xml"/><Relationship Id="rId18" Type="http://schemas.openxmlformats.org/officeDocument/2006/relationships/theme" Target="../theme/theme12.xml"/><Relationship Id="rId3" Type="http://schemas.openxmlformats.org/officeDocument/2006/relationships/slideLayout" Target="../slideLayouts/slideLayout190.xml"/><Relationship Id="rId7" Type="http://schemas.openxmlformats.org/officeDocument/2006/relationships/slideLayout" Target="../slideLayouts/slideLayout194.xml"/><Relationship Id="rId12" Type="http://schemas.openxmlformats.org/officeDocument/2006/relationships/slideLayout" Target="../slideLayouts/slideLayout199.xml"/><Relationship Id="rId17" Type="http://schemas.openxmlformats.org/officeDocument/2006/relationships/slideLayout" Target="../slideLayouts/slideLayout204.xml"/><Relationship Id="rId2" Type="http://schemas.openxmlformats.org/officeDocument/2006/relationships/slideLayout" Target="../slideLayouts/slideLayout189.xml"/><Relationship Id="rId16" Type="http://schemas.openxmlformats.org/officeDocument/2006/relationships/slideLayout" Target="../slideLayouts/slideLayout203.xml"/><Relationship Id="rId20" Type="http://schemas.openxmlformats.org/officeDocument/2006/relationships/image" Target="../media/image5.png"/><Relationship Id="rId1" Type="http://schemas.openxmlformats.org/officeDocument/2006/relationships/slideLayout" Target="../slideLayouts/slideLayout188.xml"/><Relationship Id="rId6" Type="http://schemas.openxmlformats.org/officeDocument/2006/relationships/slideLayout" Target="../slideLayouts/slideLayout193.xml"/><Relationship Id="rId11" Type="http://schemas.openxmlformats.org/officeDocument/2006/relationships/slideLayout" Target="../slideLayouts/slideLayout198.xml"/><Relationship Id="rId5" Type="http://schemas.openxmlformats.org/officeDocument/2006/relationships/slideLayout" Target="../slideLayouts/slideLayout192.xml"/><Relationship Id="rId15" Type="http://schemas.openxmlformats.org/officeDocument/2006/relationships/slideLayout" Target="../slideLayouts/slideLayout202.xml"/><Relationship Id="rId10" Type="http://schemas.openxmlformats.org/officeDocument/2006/relationships/slideLayout" Target="../slideLayouts/slideLayout197.xml"/><Relationship Id="rId19" Type="http://schemas.openxmlformats.org/officeDocument/2006/relationships/image" Target="../media/image4.png"/><Relationship Id="rId4" Type="http://schemas.openxmlformats.org/officeDocument/2006/relationships/slideLayout" Target="../slideLayouts/slideLayout191.xml"/><Relationship Id="rId9" Type="http://schemas.openxmlformats.org/officeDocument/2006/relationships/slideLayout" Target="../slideLayouts/slideLayout196.xml"/><Relationship Id="rId14" Type="http://schemas.openxmlformats.org/officeDocument/2006/relationships/slideLayout" Target="../slideLayouts/slideLayout201.xml"/></Relationships>
</file>

<file path=ppt/slideMasters/_rels/slideMaster13.xml.rels><?xml version="1.0" encoding="UTF-8" standalone="yes"?>
<Relationships xmlns="http://schemas.openxmlformats.org/package/2006/relationships"><Relationship Id="rId8" Type="http://schemas.openxmlformats.org/officeDocument/2006/relationships/slideLayout" Target="../slideLayouts/slideLayout212.xml"/><Relationship Id="rId13" Type="http://schemas.openxmlformats.org/officeDocument/2006/relationships/slideLayout" Target="../slideLayouts/slideLayout217.xml"/><Relationship Id="rId18" Type="http://schemas.openxmlformats.org/officeDocument/2006/relationships/theme" Target="../theme/theme13.xml"/><Relationship Id="rId3" Type="http://schemas.openxmlformats.org/officeDocument/2006/relationships/slideLayout" Target="../slideLayouts/slideLayout207.xml"/><Relationship Id="rId7" Type="http://schemas.openxmlformats.org/officeDocument/2006/relationships/slideLayout" Target="../slideLayouts/slideLayout211.xml"/><Relationship Id="rId12" Type="http://schemas.openxmlformats.org/officeDocument/2006/relationships/slideLayout" Target="../slideLayouts/slideLayout216.xml"/><Relationship Id="rId17" Type="http://schemas.openxmlformats.org/officeDocument/2006/relationships/slideLayout" Target="../slideLayouts/slideLayout221.xml"/><Relationship Id="rId2" Type="http://schemas.openxmlformats.org/officeDocument/2006/relationships/slideLayout" Target="../slideLayouts/slideLayout206.xml"/><Relationship Id="rId16" Type="http://schemas.openxmlformats.org/officeDocument/2006/relationships/slideLayout" Target="../slideLayouts/slideLayout220.xml"/><Relationship Id="rId1" Type="http://schemas.openxmlformats.org/officeDocument/2006/relationships/slideLayout" Target="../slideLayouts/slideLayout205.xml"/><Relationship Id="rId6" Type="http://schemas.openxmlformats.org/officeDocument/2006/relationships/slideLayout" Target="../slideLayouts/slideLayout210.xml"/><Relationship Id="rId11" Type="http://schemas.openxmlformats.org/officeDocument/2006/relationships/slideLayout" Target="../slideLayouts/slideLayout215.xml"/><Relationship Id="rId5" Type="http://schemas.openxmlformats.org/officeDocument/2006/relationships/slideLayout" Target="../slideLayouts/slideLayout209.xml"/><Relationship Id="rId15" Type="http://schemas.openxmlformats.org/officeDocument/2006/relationships/slideLayout" Target="../slideLayouts/slideLayout219.xml"/><Relationship Id="rId10" Type="http://schemas.openxmlformats.org/officeDocument/2006/relationships/slideLayout" Target="../slideLayouts/slideLayout214.xml"/><Relationship Id="rId19" Type="http://schemas.openxmlformats.org/officeDocument/2006/relationships/image" Target="../media/image8.png"/><Relationship Id="rId4" Type="http://schemas.openxmlformats.org/officeDocument/2006/relationships/slideLayout" Target="../slideLayouts/slideLayout208.xml"/><Relationship Id="rId9" Type="http://schemas.openxmlformats.org/officeDocument/2006/relationships/slideLayout" Target="../slideLayouts/slideLayout213.xml"/><Relationship Id="rId14" Type="http://schemas.openxmlformats.org/officeDocument/2006/relationships/slideLayout" Target="../slideLayouts/slideLayout218.xml"/></Relationships>
</file>

<file path=ppt/slideMasters/_rels/slideMaster14.xml.rels><?xml version="1.0" encoding="UTF-8" standalone="yes"?>
<Relationships xmlns="http://schemas.openxmlformats.org/package/2006/relationships"><Relationship Id="rId8" Type="http://schemas.openxmlformats.org/officeDocument/2006/relationships/slideLayout" Target="../slideLayouts/slideLayout229.xml"/><Relationship Id="rId3" Type="http://schemas.openxmlformats.org/officeDocument/2006/relationships/slideLayout" Target="../slideLayouts/slideLayout224.xml"/><Relationship Id="rId7" Type="http://schemas.openxmlformats.org/officeDocument/2006/relationships/slideLayout" Target="../slideLayouts/slideLayout228.xml"/><Relationship Id="rId12" Type="http://schemas.openxmlformats.org/officeDocument/2006/relationships/theme" Target="../theme/theme14.xml"/><Relationship Id="rId2" Type="http://schemas.openxmlformats.org/officeDocument/2006/relationships/slideLayout" Target="../slideLayouts/slideLayout223.xml"/><Relationship Id="rId1" Type="http://schemas.openxmlformats.org/officeDocument/2006/relationships/slideLayout" Target="../slideLayouts/slideLayout222.xml"/><Relationship Id="rId6" Type="http://schemas.openxmlformats.org/officeDocument/2006/relationships/slideLayout" Target="../slideLayouts/slideLayout227.xml"/><Relationship Id="rId11" Type="http://schemas.openxmlformats.org/officeDocument/2006/relationships/slideLayout" Target="../slideLayouts/slideLayout232.xml"/><Relationship Id="rId5" Type="http://schemas.openxmlformats.org/officeDocument/2006/relationships/slideLayout" Target="../slideLayouts/slideLayout226.xml"/><Relationship Id="rId10" Type="http://schemas.openxmlformats.org/officeDocument/2006/relationships/slideLayout" Target="../slideLayouts/slideLayout231.xml"/><Relationship Id="rId4" Type="http://schemas.openxmlformats.org/officeDocument/2006/relationships/slideLayout" Target="../slideLayouts/slideLayout225.xml"/><Relationship Id="rId9" Type="http://schemas.openxmlformats.org/officeDocument/2006/relationships/slideLayout" Target="../slideLayouts/slideLayout2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2" name="Group 7"/>
          <p:cNvGrpSpPr/>
          <p:nvPr/>
        </p:nvGrpSpPr>
        <p:grpSpPr>
          <a:xfrm>
            <a:off x="0" y="0"/>
            <a:ext cx="12192000" cy="6858000"/>
            <a:chOff x="0" y="0"/>
            <a:chExt cx="12192000" cy="6858000"/>
          </a:xfrm>
        </p:grpSpPr>
        <p:sp>
          <p:nvSpPr>
            <p:cNvPr id="1048576"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48577" name="Oval 12"/>
            <p:cNvSpPr/>
            <p:nvPr/>
          </p:nvSpPr>
          <p:spPr>
            <a:xfrm>
              <a:off x="0" y="2667000"/>
              <a:ext cx="4191000" cy="4191000"/>
            </a:xfrm>
            <a:prstGeom prst="ellipse">
              <a:avLst/>
            </a:prstGeom>
            <a:gradFill flip="none" rotWithShape="1">
              <a:gsLst>
                <a:gs pos="0">
                  <a:schemeClr val="accent5">
                    <a:alpha val="11000"/>
                  </a:schemeClr>
                </a:gs>
                <a:gs pos="36000">
                  <a:schemeClr val="accent5">
                    <a:alpha val="10000"/>
                  </a:schemeClr>
                </a:gs>
                <a:gs pos="75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578" name="Oval 14"/>
            <p:cNvSpPr/>
            <p:nvPr/>
          </p:nvSpPr>
          <p:spPr>
            <a:xfrm>
              <a:off x="0" y="2895600"/>
              <a:ext cx="2362200" cy="2362200"/>
            </a:xfrm>
            <a:prstGeom prst="ellipse">
              <a:avLst/>
            </a:prstGeom>
            <a:gradFill flip="none" rotWithShape="1">
              <a:gsLst>
                <a:gs pos="0">
                  <a:schemeClr val="accent5">
                    <a:alpha val="8000"/>
                  </a:schemeClr>
                </a:gs>
                <a:gs pos="36000">
                  <a:schemeClr val="accent5">
                    <a:alpha val="8000"/>
                  </a:schemeClr>
                </a:gs>
                <a:gs pos="72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579" name="Oval 17"/>
            <p:cNvSpPr/>
            <p:nvPr/>
          </p:nvSpPr>
          <p:spPr>
            <a:xfrm>
              <a:off x="8609012" y="5867400"/>
              <a:ext cx="990600" cy="990600"/>
            </a:xfrm>
            <a:prstGeom prst="ellipse">
              <a:avLst/>
            </a:prstGeom>
            <a:gradFill flip="none" rotWithShape="1">
              <a:gsLst>
                <a:gs pos="0">
                  <a:schemeClr val="accent5">
                    <a:alpha val="14000"/>
                  </a:schemeClr>
                </a:gs>
                <a:gs pos="36000">
                  <a:schemeClr val="accent5">
                    <a:alpha val="7000"/>
                  </a:schemeClr>
                </a:gs>
                <a:gs pos="66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580" name="Oval 15"/>
            <p:cNvSpPr/>
            <p:nvPr/>
          </p:nvSpPr>
          <p:spPr>
            <a:xfrm>
              <a:off x="8609012" y="1676400"/>
              <a:ext cx="2819400" cy="2819400"/>
            </a:xfrm>
            <a:prstGeom prst="ellipse">
              <a:avLst/>
            </a:prstGeom>
            <a:gradFill flip="none" rotWithShape="1">
              <a:gsLst>
                <a:gs pos="0">
                  <a:schemeClr val="accent5">
                    <a:alpha val="7000"/>
                  </a:schemeClr>
                </a:gs>
                <a:gs pos="36000">
                  <a:schemeClr val="accent5">
                    <a:alpha val="6000"/>
                  </a:schemeClr>
                </a:gs>
                <a:gs pos="69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581" name="Oval 16"/>
            <p:cNvSpPr/>
            <p:nvPr/>
          </p:nvSpPr>
          <p:spPr>
            <a:xfrm>
              <a:off x="7999412" y="8464"/>
              <a:ext cx="1600200" cy="1600200"/>
            </a:xfrm>
            <a:prstGeom prst="ellipse">
              <a:avLst/>
            </a:prstGeom>
            <a:gradFill flip="none" rotWithShape="1">
              <a:gsLst>
                <a:gs pos="0">
                  <a:schemeClr val="accent5">
                    <a:alpha val="14000"/>
                  </a:schemeClr>
                </a:gs>
                <a:gs pos="36000">
                  <a:schemeClr val="accent5">
                    <a:alpha val="7000"/>
                  </a:schemeClr>
                </a:gs>
                <a:gs pos="73000">
                  <a:schemeClr val="accent5">
                    <a:alpha val="0"/>
                  </a:scheme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sp>
        <p:sp>
          <p:nvSpPr>
            <p:cNvPr id="1048582"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8583"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04858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48585"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1048586"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587"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2BE451C3-0FF4-47C4-B829-773ADF60F88C}" type="datetimeFigureOut">
              <a:rPr lang="en-US" dirty="0"/>
              <a:t>1/29/2026</a:t>
            </a:fld>
            <a:endParaRPr lang="en-US" dirty="0"/>
          </a:p>
        </p:txBody>
      </p:sp>
      <p:sp>
        <p:nvSpPr>
          <p:cNvPr id="1048588"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en-US" dirty="0"/>
          </a:p>
        </p:txBody>
      </p:sp>
      <p:sp>
        <p:nvSpPr>
          <p:cNvPr id="1048589"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48590"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sldNum="0" hdr="0" ftr="0" dt="0"/>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135" name="Group 6"/>
          <p:cNvGrpSpPr/>
          <p:nvPr/>
        </p:nvGrpSpPr>
        <p:grpSpPr>
          <a:xfrm>
            <a:off x="-15736" y="0"/>
            <a:ext cx="12229962" cy="6856214"/>
            <a:chOff x="-15736" y="0"/>
            <a:chExt cx="12229962" cy="6856214"/>
          </a:xfrm>
        </p:grpSpPr>
        <p:pic>
          <p:nvPicPr>
            <p:cNvPr id="2097154"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8843"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155"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156"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8844"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8845"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846"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8847"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8848"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184" name="Group 6"/>
          <p:cNvGrpSpPr/>
          <p:nvPr/>
        </p:nvGrpSpPr>
        <p:grpSpPr>
          <a:xfrm>
            <a:off x="-15736" y="0"/>
            <a:ext cx="12229962" cy="6856214"/>
            <a:chOff x="-15736" y="0"/>
            <a:chExt cx="12229962" cy="6856214"/>
          </a:xfrm>
        </p:grpSpPr>
        <p:pic>
          <p:nvPicPr>
            <p:cNvPr id="2097164"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8955"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165"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166"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8956"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8957"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958"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8959"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8960"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231" name="Group 6"/>
          <p:cNvGrpSpPr/>
          <p:nvPr/>
        </p:nvGrpSpPr>
        <p:grpSpPr>
          <a:xfrm>
            <a:off x="-15736" y="0"/>
            <a:ext cx="12229962" cy="6856214"/>
            <a:chOff x="-15736" y="0"/>
            <a:chExt cx="12229962" cy="6856214"/>
          </a:xfrm>
        </p:grpSpPr>
        <p:pic>
          <p:nvPicPr>
            <p:cNvPr id="2097173"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064"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174"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175"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065"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066"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067"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068"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069"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 id="2147483716" r:id="rId14"/>
    <p:sldLayoutId id="2147483717" r:id="rId15"/>
    <p:sldLayoutId id="2147483718" r:id="rId16"/>
    <p:sldLayoutId id="2147483719"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272" name="Group 6"/>
          <p:cNvGrpSpPr/>
          <p:nvPr/>
        </p:nvGrpSpPr>
        <p:grpSpPr>
          <a:xfrm>
            <a:off x="-15736" y="0"/>
            <a:ext cx="12229962" cy="6856214"/>
            <a:chOff x="-15736" y="0"/>
            <a:chExt cx="12229962" cy="6856214"/>
          </a:xfrm>
        </p:grpSpPr>
        <p:pic>
          <p:nvPicPr>
            <p:cNvPr id="2097179"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16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180"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181"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170"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171"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172"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173"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174"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732" r:id="rId12"/>
    <p:sldLayoutId id="2147483733" r:id="rId13"/>
    <p:sldLayoutId id="2147483734" r:id="rId14"/>
    <p:sldLayoutId id="2147483735" r:id="rId15"/>
    <p:sldLayoutId id="2147483736" r:id="rId16"/>
    <p:sldLayoutId id="214748373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313" name="Group 6"/>
          <p:cNvGrpSpPr/>
          <p:nvPr/>
        </p:nvGrpSpPr>
        <p:grpSpPr>
          <a:xfrm>
            <a:off x="-15736" y="0"/>
            <a:ext cx="12229962" cy="6856214"/>
            <a:chOff x="-15736" y="0"/>
            <a:chExt cx="12229962" cy="6856214"/>
          </a:xfrm>
        </p:grpSpPr>
        <p:pic>
          <p:nvPicPr>
            <p:cNvPr id="2097185"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274"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186"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187"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275"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276"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277"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278"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279"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353" name="Group 6"/>
          <p:cNvGrpSpPr/>
          <p:nvPr/>
        </p:nvGrpSpPr>
        <p:grpSpPr>
          <a:xfrm>
            <a:off x="-15736" y="0"/>
            <a:ext cx="12229962" cy="6856214"/>
            <a:chOff x="-15736" y="0"/>
            <a:chExt cx="12229962" cy="6856214"/>
          </a:xfrm>
        </p:grpSpPr>
        <p:pic>
          <p:nvPicPr>
            <p:cNvPr id="2097192"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37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193"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194"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380"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381"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382"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383"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384"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 id="2147483768" r:id="rId12"/>
    <p:sldLayoutId id="2147483769" r:id="rId13"/>
    <p:sldLayoutId id="2147483770" r:id="rId14"/>
    <p:sldLayoutId id="2147483771" r:id="rId15"/>
    <p:sldLayoutId id="2147483772" r:id="rId16"/>
    <p:sldLayoutId id="2147483773"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394" name="Group 6"/>
          <p:cNvGrpSpPr/>
          <p:nvPr/>
        </p:nvGrpSpPr>
        <p:grpSpPr>
          <a:xfrm>
            <a:off x="-15736" y="0"/>
            <a:ext cx="12229962" cy="6856214"/>
            <a:chOff x="-15736" y="0"/>
            <a:chExt cx="12229962" cy="6856214"/>
          </a:xfrm>
        </p:grpSpPr>
        <p:pic>
          <p:nvPicPr>
            <p:cNvPr id="2097199"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484"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200"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201"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485"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486"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487"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488"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489"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 id="2147483791"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435" name="Group 6"/>
          <p:cNvGrpSpPr/>
          <p:nvPr/>
        </p:nvGrpSpPr>
        <p:grpSpPr>
          <a:xfrm>
            <a:off x="-15736" y="0"/>
            <a:ext cx="12229962" cy="6856214"/>
            <a:chOff x="-15736" y="0"/>
            <a:chExt cx="12229962" cy="6856214"/>
          </a:xfrm>
        </p:grpSpPr>
        <p:pic>
          <p:nvPicPr>
            <p:cNvPr id="2097205"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58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206"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207"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590"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591"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592"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593"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594"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 id="2147483804" r:id="rId12"/>
    <p:sldLayoutId id="2147483805" r:id="rId13"/>
    <p:sldLayoutId id="2147483806" r:id="rId14"/>
    <p:sldLayoutId id="2147483807" r:id="rId15"/>
    <p:sldLayoutId id="2147483808" r:id="rId16"/>
    <p:sldLayoutId id="2147483809"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475" name="Group 6"/>
          <p:cNvGrpSpPr/>
          <p:nvPr/>
        </p:nvGrpSpPr>
        <p:grpSpPr>
          <a:xfrm>
            <a:off x="-15736" y="0"/>
            <a:ext cx="12229962" cy="6856214"/>
            <a:chOff x="-15736" y="0"/>
            <a:chExt cx="12229962" cy="6856214"/>
          </a:xfrm>
        </p:grpSpPr>
        <p:pic>
          <p:nvPicPr>
            <p:cNvPr id="2097211"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694"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212"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213"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695"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696"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697"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698"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699"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814" r:id="rId4"/>
    <p:sldLayoutId id="2147483815" r:id="rId5"/>
    <p:sldLayoutId id="2147483816" r:id="rId6"/>
    <p:sldLayoutId id="2147483817" r:id="rId7"/>
    <p:sldLayoutId id="2147483818" r:id="rId8"/>
    <p:sldLayoutId id="2147483819" r:id="rId9"/>
    <p:sldLayoutId id="2147483820" r:id="rId10"/>
    <p:sldLayoutId id="2147483821" r:id="rId11"/>
    <p:sldLayoutId id="2147483822" r:id="rId12"/>
    <p:sldLayoutId id="2147483823" r:id="rId13"/>
    <p:sldLayoutId id="2147483824" r:id="rId14"/>
    <p:sldLayoutId id="2147483825" r:id="rId15"/>
    <p:sldLayoutId id="2147483826" r:id="rId16"/>
    <p:sldLayoutId id="214748382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515" name="Group 6"/>
          <p:cNvGrpSpPr/>
          <p:nvPr/>
        </p:nvGrpSpPr>
        <p:grpSpPr>
          <a:xfrm>
            <a:off x="-15736" y="0"/>
            <a:ext cx="12229962" cy="6856214"/>
            <a:chOff x="-15736" y="0"/>
            <a:chExt cx="12229962" cy="6856214"/>
          </a:xfrm>
        </p:grpSpPr>
        <p:pic>
          <p:nvPicPr>
            <p:cNvPr id="2097217"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79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218"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219"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800"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801"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802"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803"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804"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829" r:id="rId1"/>
    <p:sldLayoutId id="2147483830" r:id="rId2"/>
    <p:sldLayoutId id="2147483831" r:id="rId3"/>
    <p:sldLayoutId id="2147483832" r:id="rId4"/>
    <p:sldLayoutId id="2147483833" r:id="rId5"/>
    <p:sldLayoutId id="2147483834" r:id="rId6"/>
    <p:sldLayoutId id="2147483835" r:id="rId7"/>
    <p:sldLayoutId id="2147483836" r:id="rId8"/>
    <p:sldLayoutId id="2147483837" r:id="rId9"/>
    <p:sldLayoutId id="2147483838" r:id="rId10"/>
    <p:sldLayoutId id="2147483839" r:id="rId11"/>
    <p:sldLayoutId id="2147483840" r:id="rId12"/>
    <p:sldLayoutId id="2147483841" r:id="rId13"/>
    <p:sldLayoutId id="2147483842" r:id="rId14"/>
    <p:sldLayoutId id="2147483843" r:id="rId15"/>
    <p:sldLayoutId id="2147483844" r:id="rId16"/>
    <p:sldLayoutId id="2147483845"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555" name="Group 6"/>
          <p:cNvGrpSpPr/>
          <p:nvPr/>
        </p:nvGrpSpPr>
        <p:grpSpPr>
          <a:xfrm>
            <a:off x="-15736" y="0"/>
            <a:ext cx="12229962" cy="6856214"/>
            <a:chOff x="-15736" y="0"/>
            <a:chExt cx="12229962" cy="6856214"/>
          </a:xfrm>
        </p:grpSpPr>
        <p:pic>
          <p:nvPicPr>
            <p:cNvPr id="2097224" name="Picture 7" descr="HD-PanelContent.png"/>
            <p:cNvPicPr>
              <a:picLocks noChangeAspect="1"/>
            </p:cNvPicPr>
            <p:nvPr/>
          </p:nvPicPr>
          <p:blipFill>
            <a:blip r:embed="rId19"/>
            <a:stretch>
              <a:fillRect/>
            </a:stretch>
          </p:blipFill>
          <p:spPr>
            <a:xfrm>
              <a:off x="0" y="0"/>
              <a:ext cx="12188825" cy="6856214"/>
            </a:xfrm>
            <a:prstGeom prst="rect">
              <a:avLst/>
            </a:prstGeom>
          </p:spPr>
        </p:pic>
        <p:sp>
          <p:nvSpPr>
            <p:cNvPr id="1049903"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2097225" name="Picture 9" descr="HDRibbonContent-UniformTrim.png"/>
            <p:cNvPicPr>
              <a:picLocks noChangeAspect="1"/>
            </p:cNvPicPr>
            <p:nvPr/>
          </p:nvPicPr>
          <p:blipFill rotWithShape="1">
            <a:blip r:embed="rId20"/>
            <a:srcRect/>
            <a:stretch>
              <a:fillRect/>
            </a:stretch>
          </p:blipFill>
          <p:spPr>
            <a:xfrm>
              <a:off x="-15736" y="3153832"/>
              <a:ext cx="777240" cy="606425"/>
            </a:xfrm>
            <a:prstGeom prst="rect">
              <a:avLst/>
            </a:prstGeom>
          </p:spPr>
        </p:pic>
        <p:pic>
          <p:nvPicPr>
            <p:cNvPr id="2097226" name="Picture 10" descr="HDRibbonContent-UniformTrim.png"/>
            <p:cNvPicPr>
              <a:picLocks noChangeAspect="1"/>
            </p:cNvPicPr>
            <p:nvPr/>
          </p:nvPicPr>
          <p:blipFill rotWithShape="1">
            <a:blip r:embed="rId20"/>
            <a:srcRect/>
            <a:stretch>
              <a:fillRect/>
            </a:stretch>
          </p:blipFill>
          <p:spPr>
            <a:xfrm>
              <a:off x="11436986" y="3153832"/>
              <a:ext cx="777240" cy="606425"/>
            </a:xfrm>
            <a:prstGeom prst="rect">
              <a:avLst/>
            </a:prstGeom>
          </p:spPr>
        </p:pic>
      </p:grpSp>
      <p:sp>
        <p:nvSpPr>
          <p:cNvPr id="1049904"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1049905"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9906"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1/29/2026</a:t>
            </a:fld>
            <a:endParaRPr lang="en-US" dirty="0"/>
          </a:p>
        </p:txBody>
      </p:sp>
      <p:sp>
        <p:nvSpPr>
          <p:cNvPr id="1049907"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1049908"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847" r:id="rId1"/>
    <p:sldLayoutId id="2147483848" r:id="rId2"/>
    <p:sldLayoutId id="2147483849" r:id="rId3"/>
    <p:sldLayoutId id="2147483850" r:id="rId4"/>
    <p:sldLayoutId id="2147483851" r:id="rId5"/>
    <p:sldLayoutId id="2147483852" r:id="rId6"/>
    <p:sldLayoutId id="2147483853" r:id="rId7"/>
    <p:sldLayoutId id="2147483854" r:id="rId8"/>
    <p:sldLayoutId id="2147483855" r:id="rId9"/>
    <p:sldLayoutId id="2147483856" r:id="rId10"/>
    <p:sldLayoutId id="2147483857" r:id="rId11"/>
    <p:sldLayoutId id="2147483858" r:id="rId12"/>
    <p:sldLayoutId id="2147483859" r:id="rId13"/>
    <p:sldLayoutId id="2147483860" r:id="rId14"/>
    <p:sldLayoutId id="2147483861" r:id="rId15"/>
    <p:sldLayoutId id="2147483862" r:id="rId16"/>
    <p:sldLayoutId id="2147483863"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2097230" name="Picture 6" descr="hashOverlay-FullResolve.png"/>
          <p:cNvPicPr>
            <a:picLocks noChangeAspect="1"/>
          </p:cNvPicPr>
          <p:nvPr/>
        </p:nvPicPr>
        <p:blipFill>
          <a:blip r:embed="rId19">
            <a:alphaModFix amt="10000"/>
          </a:blip>
          <a:stretch>
            <a:fillRect/>
          </a:stretch>
        </p:blipFill>
        <p:spPr>
          <a:xfrm>
            <a:off x="0" y="0"/>
            <a:ext cx="12192000" cy="6858000"/>
          </a:xfrm>
          <a:prstGeom prst="rect">
            <a:avLst/>
          </a:prstGeom>
        </p:spPr>
      </p:pic>
      <p:sp>
        <p:nvSpPr>
          <p:cNvPr id="1050008"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1050009"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010"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D6E9DEC-419B-4CC5-A080-3B06BD5A8291}" type="datetimeFigureOut">
              <a:rPr lang="en-US" dirty="0"/>
              <a:t>1/29/2026</a:t>
            </a:fld>
            <a:endParaRPr lang="en-US" dirty="0"/>
          </a:p>
        </p:txBody>
      </p:sp>
      <p:sp>
        <p:nvSpPr>
          <p:cNvPr id="1050011"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dirty="0"/>
          </a:p>
        </p:txBody>
      </p:sp>
      <p:sp>
        <p:nvSpPr>
          <p:cNvPr id="1050012"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6D22F896-40B5-4ADD-8801-0D06FADFA095}" type="slidenum">
              <a:rPr lang="en-US" dirty="0"/>
              <a:t>‹#›</a:t>
            </a:fld>
            <a:endParaRPr lang="en-US" dirty="0"/>
          </a:p>
        </p:txBody>
      </p:sp>
    </p:spTree>
  </p:cSld>
  <p:clrMap bg1="dk1" tx1="lt1" bg2="dk2" tx2="lt2" accent1="accent1" accent2="accent2" accent3="accent3" accent4="accent4" accent5="accent5" accent6="accent6" hlink="hlink" folHlink="folHlink"/>
  <p:sldLayoutIdLst>
    <p:sldLayoutId id="2147483865" r:id="rId1"/>
    <p:sldLayoutId id="2147483866" r:id="rId2"/>
    <p:sldLayoutId id="2147483867" r:id="rId3"/>
    <p:sldLayoutId id="2147483868" r:id="rId4"/>
    <p:sldLayoutId id="2147483869" r:id="rId5"/>
    <p:sldLayoutId id="2147483870" r:id="rId6"/>
    <p:sldLayoutId id="2147483871" r:id="rId7"/>
    <p:sldLayoutId id="2147483872" r:id="rId8"/>
    <p:sldLayoutId id="2147483873" r:id="rId9"/>
    <p:sldLayoutId id="2147483874" r:id="rId10"/>
    <p:sldLayoutId id="2147483875" r:id="rId11"/>
    <p:sldLayoutId id="2147483876" r:id="rId12"/>
    <p:sldLayoutId id="2147483877" r:id="rId13"/>
    <p:sldLayoutId id="2147483878" r:id="rId14"/>
    <p:sldLayoutId id="2147483879" r:id="rId15"/>
    <p:sldLayoutId id="2147483880" r:id="rId16"/>
    <p:sldLayoutId id="2147483881" r:id="rId17"/>
  </p:sldLayoutIdLst>
  <p:hf sldNum="0"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050219"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GB"/>
              <a:t>Click to edit Master title style</a:t>
            </a:r>
            <a:endParaRPr lang="en-US" dirty="0"/>
          </a:p>
        </p:txBody>
      </p:sp>
      <p:sp>
        <p:nvSpPr>
          <p:cNvPr id="1050220"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50221"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1/29/2026</a:t>
            </a:fld>
            <a:endParaRPr lang="en-US" dirty="0"/>
          </a:p>
        </p:txBody>
      </p:sp>
      <p:sp>
        <p:nvSpPr>
          <p:cNvPr id="1050222"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1050223"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4027" r:id="rId1"/>
    <p:sldLayoutId id="2147484028" r:id="rId2"/>
    <p:sldLayoutId id="2147484029" r:id="rId3"/>
    <p:sldLayoutId id="2147484030" r:id="rId4"/>
    <p:sldLayoutId id="2147484031" r:id="rId5"/>
    <p:sldLayoutId id="2147484032" r:id="rId6"/>
    <p:sldLayoutId id="2147484033" r:id="rId7"/>
    <p:sldLayoutId id="2147484034" r:id="rId8"/>
    <p:sldLayoutId id="2147484035" r:id="rId9"/>
    <p:sldLayoutId id="2147484036" r:id="rId10"/>
    <p:sldLayoutId id="214748403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1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17.xml.rels><?xml version="1.0" encoding="UTF-8" standalone="yes"?>
<Relationships xmlns="http://schemas.openxmlformats.org/package/2006/relationships"><Relationship Id="rId3" Type="http://schemas.openxmlformats.org/officeDocument/2006/relationships/hyperlink" Target="https://developers.google.com/maps/apis-by-platform" TargetMode="External"/><Relationship Id="rId2" Type="http://schemas.openxmlformats.org/officeDocument/2006/relationships/slideLayout" Target="../slideLayouts/slideLayout2.xml"/><Relationship Id="rId1" Type="http://schemas.openxmlformats.org/officeDocument/2006/relationships/themeOverride" Target="../theme/themeOverride3.xml"/><Relationship Id="rId6" Type="http://schemas.openxmlformats.org/officeDocument/2006/relationships/hyperlink" Target="https://www.openstreetmap.org/" TargetMode="External"/><Relationship Id="rId5" Type="http://schemas.openxmlformats.org/officeDocument/2006/relationships/hyperlink" Target="https://www.here.com/" TargetMode="External"/><Relationship Id="rId4" Type="http://schemas.openxmlformats.org/officeDocument/2006/relationships/hyperlink" Target="https://www.tomtom.com/" TargetMode="Externa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slideLayout" Target="../slideLayouts/slideLayout9.xml"/><Relationship Id="rId1" Type="http://schemas.openxmlformats.org/officeDocument/2006/relationships/themeOverride" Target="../theme/themeOverride5.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22.xml.rels><?xml version="1.0" encoding="UTF-8" standalone="yes"?>
<Relationships xmlns="http://schemas.openxmlformats.org/package/2006/relationships"><Relationship Id="rId3" Type="http://schemas.openxmlformats.org/officeDocument/2006/relationships/hyperlink" Target="https://www.altexsoft.com/whitepapers/machine-learning-bridging-between-business-and-data-science/" TargetMode="External"/><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2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25.xml.rels><?xml version="1.0" encoding="UTF-8" standalone="yes"?>
<Relationships xmlns="http://schemas.openxmlformats.org/package/2006/relationships"><Relationship Id="rId3" Type="http://schemas.openxmlformats.org/officeDocument/2006/relationships/hyperlink" Target="https://developers.google.com/maps/documentation/javascript/trafficlayer" TargetMode="External"/><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hyperlink" Target="https://mapsplatform.google.com/maps-products/" TargetMode="Externa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3.xml"/></Relationships>
</file>

<file path=ppt/slides/_rels/slide2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slideLayout" Target="../slideLayouts/slideLayout2.xml"/><Relationship Id="rId1" Type="http://schemas.openxmlformats.org/officeDocument/2006/relationships/themeOverride" Target="../theme/themeOverride14.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5.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6.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9.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2.xml"/><Relationship Id="rId1" Type="http://schemas.openxmlformats.org/officeDocument/2006/relationships/themeOverride" Target="../theme/themeOverride26.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7.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hemeOverride" Target="../theme/themeOverride28.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9.xml"/></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0.xml"/></Relationships>
</file>

<file path=ppt/slides/_rels/slide4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slideLayout" Target="../slideLayouts/slideLayout8.xml"/><Relationship Id="rId1" Type="http://schemas.openxmlformats.org/officeDocument/2006/relationships/themeOverride" Target="../theme/themeOverride31.xml"/></Relationships>
</file>

<file path=ppt/slides/_rels/slide46.xml.rels><?xml version="1.0" encoding="UTF-8" standalone="yes"?>
<Relationships xmlns="http://schemas.openxmlformats.org/package/2006/relationships"><Relationship Id="rId3" Type="http://schemas.openxmlformats.org/officeDocument/2006/relationships/hyperlink" Target="https://www.scirp.org/journal/paperinformation.aspx?paperid=112889" TargetMode="External"/><Relationship Id="rId2" Type="http://schemas.openxmlformats.org/officeDocument/2006/relationships/slideLayout" Target="../slideLayouts/slideLayout2.xml"/><Relationship Id="rId1" Type="http://schemas.openxmlformats.org/officeDocument/2006/relationships/themeOverride" Target="../theme/themeOverride32.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Layout" Target="../slideLayouts/slideLayout4.xml"/><Relationship Id="rId1" Type="http://schemas.openxmlformats.org/officeDocument/2006/relationships/themeOverride" Target="../theme/themeOverride33.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Layout" Target="../slideLayouts/slideLayout2.xml"/><Relationship Id="rId1" Type="http://schemas.openxmlformats.org/officeDocument/2006/relationships/themeOverride" Target="../theme/themeOverride34.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9" name="Title 1"/>
          <p:cNvSpPr>
            <a:spLocks noGrp="1"/>
          </p:cNvSpPr>
          <p:nvPr>
            <p:ph type="ctrTitle"/>
          </p:nvPr>
        </p:nvSpPr>
        <p:spPr>
          <a:xfrm>
            <a:off x="1419987" y="2165312"/>
            <a:ext cx="9352025" cy="3052732"/>
          </a:xfrm>
        </p:spPr>
        <p:txBody>
          <a:bodyPr/>
          <a:lstStyle/>
          <a:p>
            <a:r>
              <a:rPr lang="en-US" dirty="0"/>
              <a:t>INTERNET OF THINGS</a:t>
            </a:r>
            <a:br>
              <a:rPr lang="en-US" dirty="0"/>
            </a:br>
            <a:br>
              <a:rPr lang="en-US" dirty="0"/>
            </a:br>
            <a:r>
              <a:rPr lang="en-US" sz="3600" dirty="0"/>
              <a:t>TOPIC:PUBLIC TRANSPORT OPTIMIZATION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06" name="Title 1"/>
          <p:cNvSpPr>
            <a:spLocks noGrp="1"/>
          </p:cNvSpPr>
          <p:nvPr>
            <p:ph type="title"/>
          </p:nvPr>
        </p:nvSpPr>
        <p:spPr/>
        <p:txBody>
          <a:bodyPr/>
          <a:lstStyle/>
          <a:p>
            <a:r>
              <a:rPr lang="en-US" dirty="0"/>
              <a:t>Definition </a:t>
            </a:r>
          </a:p>
        </p:txBody>
      </p:sp>
      <p:sp>
        <p:nvSpPr>
          <p:cNvPr id="1048607" name="Content Placeholder 2"/>
          <p:cNvSpPr>
            <a:spLocks noGrp="1"/>
          </p:cNvSpPr>
          <p:nvPr>
            <p:ph idx="1"/>
          </p:nvPr>
        </p:nvSpPr>
        <p:spPr>
          <a:xfrm>
            <a:off x="1154954" y="2603500"/>
            <a:ext cx="8825659" cy="2462068"/>
          </a:xfrm>
        </p:spPr>
        <p:txBody>
          <a:bodyPr/>
          <a:lstStyle/>
          <a:p>
            <a:r>
              <a:rPr lang="en-GB" b="0" i="0" dirty="0">
                <a:solidFill>
                  <a:srgbClr val="313131"/>
                </a:solidFill>
                <a:effectLst/>
                <a:latin typeface="Montserrat" panose="02000000000000000000" pitchFamily="2" charset="0"/>
              </a:rPr>
              <a:t>The project involves integrating </a:t>
            </a:r>
            <a:r>
              <a:rPr lang="en-GB" b="0" i="0" dirty="0" err="1">
                <a:solidFill>
                  <a:srgbClr val="313131"/>
                </a:solidFill>
                <a:effectLst/>
                <a:latin typeface="Montserrat" panose="02000000000000000000" pitchFamily="2" charset="0"/>
              </a:rPr>
              <a:t>IoT</a:t>
            </a:r>
            <a:r>
              <a:rPr lang="en-GB" b="0" i="0" dirty="0">
                <a:solidFill>
                  <a:srgbClr val="313131"/>
                </a:solidFill>
                <a:effectLst/>
                <a:latin typeface="Montserrat" panose="02000000000000000000" pitchFamily="2" charset="0"/>
              </a:rPr>
              <a:t> sensors into public transportation vehicles to monitor ridership, track locations, and predict arrival times.</a:t>
            </a:r>
            <a:endParaRPr lang="en-US" b="0" i="0" dirty="0">
              <a:solidFill>
                <a:srgbClr val="313131"/>
              </a:solidFill>
              <a:effectLst/>
              <a:latin typeface="Montserrat" panose="02000000000000000000" pitchFamily="2" charset="0"/>
            </a:endParaRPr>
          </a:p>
          <a:p>
            <a:r>
              <a:rPr lang="en-GB" b="0" i="0" dirty="0">
                <a:solidFill>
                  <a:srgbClr val="313131"/>
                </a:solidFill>
                <a:effectLst/>
                <a:latin typeface="Montserrat" panose="02000000000000000000" pitchFamily="2" charset="0"/>
              </a:rPr>
              <a:t> The goal is to provide real-time transit information to the public through a public platform, enhancing the efficiency and quality of public transportation services. </a:t>
            </a:r>
            <a:endParaRPr lang="en-US" b="0" i="0" dirty="0">
              <a:solidFill>
                <a:srgbClr val="313131"/>
              </a:solidFill>
              <a:effectLst/>
              <a:latin typeface="Montserrat" panose="02000000000000000000" pitchFamily="2" charset="0"/>
            </a:endParaRPr>
          </a:p>
          <a:p>
            <a:r>
              <a:rPr lang="en-GB" b="0" i="0" dirty="0">
                <a:solidFill>
                  <a:srgbClr val="313131"/>
                </a:solidFill>
                <a:effectLst/>
                <a:latin typeface="Montserrat" panose="02000000000000000000" pitchFamily="2" charset="0"/>
              </a:rPr>
              <a:t>This project includes defining objectives, designing the </a:t>
            </a:r>
            <a:r>
              <a:rPr lang="en-GB" b="0" i="0" dirty="0" err="1">
                <a:solidFill>
                  <a:srgbClr val="313131"/>
                </a:solidFill>
                <a:effectLst/>
                <a:latin typeface="Montserrat" panose="02000000000000000000" pitchFamily="2" charset="0"/>
              </a:rPr>
              <a:t>IoT</a:t>
            </a:r>
            <a:r>
              <a:rPr lang="en-GB" b="0" i="0" dirty="0">
                <a:solidFill>
                  <a:srgbClr val="313131"/>
                </a:solidFill>
                <a:effectLst/>
                <a:latin typeface="Montserrat" panose="02000000000000000000" pitchFamily="2" charset="0"/>
              </a:rPr>
              <a:t> sensor system, developing the real-time transit information platform, and integrating them using </a:t>
            </a:r>
            <a:r>
              <a:rPr lang="en-GB" b="0" i="0" dirty="0" err="1">
                <a:solidFill>
                  <a:srgbClr val="313131"/>
                </a:solidFill>
                <a:effectLst/>
                <a:latin typeface="Montserrat" panose="02000000000000000000" pitchFamily="2" charset="0"/>
              </a:rPr>
              <a:t>IoT</a:t>
            </a:r>
            <a:r>
              <a:rPr lang="en-GB" b="0" i="0" dirty="0">
                <a:solidFill>
                  <a:srgbClr val="313131"/>
                </a:solidFill>
                <a:effectLst/>
                <a:latin typeface="Montserrat" panose="02000000000000000000" pitchFamily="2" charset="0"/>
              </a:rPr>
              <a:t> technology and Python.</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08" name="Title 1"/>
          <p:cNvSpPr>
            <a:spLocks noGrp="1"/>
          </p:cNvSpPr>
          <p:nvPr>
            <p:ph type="title"/>
          </p:nvPr>
        </p:nvSpPr>
        <p:spPr/>
        <p:txBody>
          <a:bodyPr/>
          <a:lstStyle/>
          <a:p>
            <a:r>
              <a:rPr lang="en-US" dirty="0"/>
              <a:t>Design Thinking </a:t>
            </a:r>
          </a:p>
        </p:txBody>
      </p:sp>
      <p:sp>
        <p:nvSpPr>
          <p:cNvPr id="1048609" name="Content Placeholder 2"/>
          <p:cNvSpPr>
            <a:spLocks noGrp="1"/>
          </p:cNvSpPr>
          <p:nvPr>
            <p:ph idx="1"/>
          </p:nvPr>
        </p:nvSpPr>
        <p:spPr/>
        <p:txBody>
          <a:bodyPr/>
          <a:lstStyle/>
          <a:p>
            <a:r>
              <a:rPr lang="en-GB" b="1" i="0" dirty="0">
                <a:solidFill>
                  <a:srgbClr val="313131"/>
                </a:solidFill>
                <a:effectLst/>
                <a:latin typeface="Montserrat" panose="02000000000000000000" pitchFamily="2" charset="0"/>
              </a:rPr>
              <a:t>OBJECTIVE</a:t>
            </a:r>
            <a:r>
              <a:rPr lang="en-GB" b="0" i="0" dirty="0">
                <a:solidFill>
                  <a:srgbClr val="313131"/>
                </a:solidFill>
                <a:effectLst/>
                <a:latin typeface="Montserrat" panose="02000000000000000000" pitchFamily="2" charset="0"/>
              </a:rPr>
              <a:t>:</a:t>
            </a:r>
          </a:p>
          <a:p>
            <a:pPr>
              <a:buNone/>
            </a:pPr>
            <a:r>
              <a:rPr lang="en-GB" dirty="0">
                <a:solidFill>
                  <a:srgbClr val="313131"/>
                </a:solidFill>
                <a:latin typeface="Montserrat" panose="02000000000000000000" pitchFamily="2" charset="0"/>
              </a:rPr>
              <a:t>              </a:t>
            </a:r>
            <a:r>
              <a:rPr lang="en-GB" b="0" i="0" dirty="0">
                <a:solidFill>
                  <a:srgbClr val="313131"/>
                </a:solidFill>
                <a:effectLst/>
                <a:latin typeface="Montserrat" panose="02000000000000000000" pitchFamily="2" charset="0"/>
              </a:rPr>
              <a:t> Define objectives such as real-time transit information, arrival time prediction, ridership monitoring, and enhanced public transportation services.</a:t>
            </a:r>
          </a:p>
          <a:p>
            <a:r>
              <a:rPr lang="en-GB" b="0" i="0" dirty="0" err="1">
                <a:solidFill>
                  <a:srgbClr val="313131"/>
                </a:solidFill>
                <a:effectLst/>
                <a:latin typeface="Montserrat" panose="02000000000000000000" pitchFamily="2" charset="0"/>
              </a:rPr>
              <a:t>IoT</a:t>
            </a:r>
            <a:r>
              <a:rPr lang="en-GB" b="0" i="0" dirty="0">
                <a:solidFill>
                  <a:srgbClr val="313131"/>
                </a:solidFill>
                <a:effectLst/>
                <a:latin typeface="Montserrat" panose="02000000000000000000" pitchFamily="2" charset="0"/>
              </a:rPr>
              <a:t> Sensor Design: Plan the deployment of </a:t>
            </a:r>
            <a:r>
              <a:rPr lang="en-GB" b="0" i="0" dirty="0" err="1">
                <a:solidFill>
                  <a:srgbClr val="313131"/>
                </a:solidFill>
                <a:effectLst/>
                <a:latin typeface="Montserrat" panose="02000000000000000000" pitchFamily="2" charset="0"/>
              </a:rPr>
              <a:t>IoT</a:t>
            </a:r>
            <a:r>
              <a:rPr lang="en-GB" b="0" i="0" dirty="0">
                <a:solidFill>
                  <a:srgbClr val="313131"/>
                </a:solidFill>
                <a:effectLst/>
                <a:latin typeface="Montserrat" panose="02000000000000000000" pitchFamily="2" charset="0"/>
              </a:rPr>
              <a:t> sensors (e.g., GPS, passenger counters) in public transportation vehicles.</a:t>
            </a:r>
          </a:p>
          <a:p>
            <a:r>
              <a:rPr lang="en-GB" b="0" i="0" dirty="0">
                <a:solidFill>
                  <a:srgbClr val="313131"/>
                </a:solidFill>
                <a:effectLst/>
                <a:latin typeface="Montserrat" panose="02000000000000000000" pitchFamily="2" charset="0"/>
              </a:rPr>
              <a:t>Real-Time Transit Information Platform: Design a web-based platform to display </a:t>
            </a:r>
            <a:r>
              <a:rPr lang="en-GB" b="0" i="0" dirty="0" err="1">
                <a:solidFill>
                  <a:srgbClr val="313131"/>
                </a:solidFill>
                <a:effectLst/>
                <a:latin typeface="Montserrat" panose="02000000000000000000" pitchFamily="2" charset="0"/>
              </a:rPr>
              <a:t>realtime</a:t>
            </a:r>
            <a:r>
              <a:rPr lang="en-GB" b="0" i="0" dirty="0">
                <a:solidFill>
                  <a:srgbClr val="313131"/>
                </a:solidFill>
                <a:effectLst/>
                <a:latin typeface="Montserrat" panose="02000000000000000000" pitchFamily="2" charset="0"/>
              </a:rPr>
              <a:t> transit information to passengers</a:t>
            </a:r>
          </a:p>
          <a:p>
            <a:r>
              <a:rPr lang="en-GB" b="0" i="0" dirty="0">
                <a:solidFill>
                  <a:srgbClr val="313131"/>
                </a:solidFill>
                <a:effectLst/>
                <a:latin typeface="Montserrat" panose="02000000000000000000" pitchFamily="2" charset="0"/>
              </a:rPr>
              <a:t>Integration Approach: Determine how </a:t>
            </a:r>
            <a:r>
              <a:rPr lang="en-GB" b="0" i="0" dirty="0" err="1">
                <a:solidFill>
                  <a:srgbClr val="313131"/>
                </a:solidFill>
                <a:effectLst/>
                <a:latin typeface="Montserrat" panose="02000000000000000000" pitchFamily="2" charset="0"/>
              </a:rPr>
              <a:t>IoT</a:t>
            </a:r>
            <a:r>
              <a:rPr lang="en-GB" b="0" i="0" dirty="0">
                <a:solidFill>
                  <a:srgbClr val="313131"/>
                </a:solidFill>
                <a:effectLst/>
                <a:latin typeface="Montserrat" panose="02000000000000000000" pitchFamily="2" charset="0"/>
              </a:rPr>
              <a:t> sensors will send data to the real-time transit information platform.</a:t>
            </a:r>
          </a:p>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10" name="Title 1"/>
          <p:cNvSpPr>
            <a:spLocks noGrp="1"/>
          </p:cNvSpPr>
          <p:nvPr>
            <p:ph type="title"/>
          </p:nvPr>
        </p:nvSpPr>
        <p:spPr>
          <a:xfrm>
            <a:off x="1154954" y="565453"/>
            <a:ext cx="10163715" cy="1364287"/>
          </a:xfrm>
        </p:spPr>
        <p:txBody>
          <a:bodyPr/>
          <a:lstStyle/>
          <a:p>
            <a:r>
              <a:rPr lang="en-GB" b="0" i="0" dirty="0">
                <a:solidFill>
                  <a:schemeClr val="bg1"/>
                </a:solidFill>
                <a:effectLst/>
                <a:latin typeface="Montserrat" panose="02000000000000000000" pitchFamily="2" charset="0"/>
              </a:rPr>
              <a:t>machine learning algorithms to improve arrival time prediction accuracy based on historical data and traffic conditions.</a:t>
            </a:r>
            <a:endParaRPr lang="en-US" dirty="0">
              <a:solidFill>
                <a:schemeClr val="bg1"/>
              </a:solidFill>
            </a:endParaRPr>
          </a:p>
        </p:txBody>
      </p:sp>
      <p:sp>
        <p:nvSpPr>
          <p:cNvPr id="1048611" name="Content Placeholder 2"/>
          <p:cNvSpPr>
            <a:spLocks noGrp="1"/>
          </p:cNvSpPr>
          <p:nvPr>
            <p:ph idx="1"/>
          </p:nvPr>
        </p:nvSpPr>
        <p:spPr/>
        <p:txBody>
          <a:bodyPr>
            <a:normAutofit/>
          </a:bodyPr>
          <a:lstStyle/>
          <a:p>
            <a:r>
              <a:rPr lang="en-GB" b="0" i="0" dirty="0">
                <a:solidFill>
                  <a:srgbClr val="1F1F1F"/>
                </a:solidFill>
                <a:effectLst/>
                <a:latin typeface="ElsevierGulliver"/>
              </a:rPr>
              <a:t>Due to the advancement of technology machine learning concepts are used in traffic forecasting. This proposed model uses four types of machine learning concepts like DAN(Deep Autoencoder), DBN(Deep Belief Network), RF(Random Forest), and LSTM (Long Short Term Memory). </a:t>
            </a:r>
            <a:endParaRPr lang="en-US" b="0" i="0" dirty="0">
              <a:solidFill>
                <a:srgbClr val="1F1F1F"/>
              </a:solidFill>
              <a:effectLst/>
              <a:latin typeface="ElsevierGulliver"/>
            </a:endParaRPr>
          </a:p>
          <a:p>
            <a:r>
              <a:rPr lang="en-GB" b="1" i="1" dirty="0">
                <a:solidFill>
                  <a:schemeClr val="accent6">
                    <a:lumMod val="50000"/>
                  </a:schemeClr>
                </a:solidFill>
                <a:effectLst/>
                <a:latin typeface="ElsevierGulliver"/>
              </a:rPr>
              <a:t>Introduction</a:t>
            </a:r>
          </a:p>
          <a:p>
            <a:r>
              <a:rPr lang="en-GB" b="0" i="0" dirty="0">
                <a:solidFill>
                  <a:srgbClr val="1F1F1F"/>
                </a:solidFill>
                <a:effectLst/>
                <a:latin typeface="ElsevierGulliver"/>
              </a:rPr>
              <a:t>In transportation means, congestion is defined as the excess of vehicles on the roads within a particular time which results in the slower speeds of vehicles comparing with the normal situation. The word congestion refers to the meaning of stopped or stop-and-go traffic. Work zones are the construction which is made on the roadway side that makes physical changes for the particular environment. These work zones also include the less width or number if travel plans, absence of shoulders, diversions, and temporary roads. Then the weather is considered as the most important reason for traffic congestion. The weather conditions which affect the traffic are as follows, bright, sunlight, fog, wet, snowy, icy roadway after the precipitation state. </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12" name="Title 1"/>
          <p:cNvSpPr>
            <a:spLocks noGrp="1"/>
          </p:cNvSpPr>
          <p:nvPr>
            <p:ph type="title"/>
          </p:nvPr>
        </p:nvSpPr>
        <p:spPr/>
        <p:txBody>
          <a:bodyPr/>
          <a:lstStyle/>
          <a:p>
            <a:r>
              <a:rPr lang="en-US" dirty="0"/>
              <a:t>Random Forest(RF)</a:t>
            </a:r>
          </a:p>
        </p:txBody>
      </p:sp>
      <p:sp>
        <p:nvSpPr>
          <p:cNvPr id="1048613" name="Content Placeholder 2"/>
          <p:cNvSpPr>
            <a:spLocks noGrp="1"/>
          </p:cNvSpPr>
          <p:nvPr>
            <p:ph idx="1"/>
          </p:nvPr>
        </p:nvSpPr>
        <p:spPr/>
        <p:txBody>
          <a:bodyPr/>
          <a:lstStyle/>
          <a:p>
            <a:r>
              <a:rPr lang="en-GB" b="0" i="0" dirty="0">
                <a:solidFill>
                  <a:srgbClr val="1F1F1F"/>
                </a:solidFill>
                <a:effectLst/>
                <a:latin typeface="ElsevierGulliver"/>
              </a:rPr>
              <a:t>RF is one of the easiest and flexible machine learning techniques to produces a better result.</a:t>
            </a:r>
            <a:endParaRPr lang="en-US" b="0" i="0" dirty="0">
              <a:solidFill>
                <a:srgbClr val="1F1F1F"/>
              </a:solidFill>
              <a:effectLst/>
              <a:latin typeface="ElsevierGulliver"/>
            </a:endParaRPr>
          </a:p>
          <a:p>
            <a:r>
              <a:rPr lang="en-GB" b="0" i="0" dirty="0">
                <a:solidFill>
                  <a:srgbClr val="1F1F1F"/>
                </a:solidFill>
                <a:effectLst/>
                <a:latin typeface="ElsevierGulliver"/>
              </a:rPr>
              <a:t> Due to the simplicity, it is used by many people. The following Fig. 2 shows the normal process flow of the DF technique (H. Jiang et al.,).</a:t>
            </a:r>
          </a:p>
          <a:p>
            <a:r>
              <a:rPr lang="en-GB" b="0" i="0" dirty="0">
                <a:solidFill>
                  <a:srgbClr val="1F1F1F"/>
                </a:solidFill>
                <a:effectLst/>
                <a:latin typeface="ElsevierGulliver"/>
              </a:rPr>
              <a:t>RF forest technique was initially introduced by Leo </a:t>
            </a:r>
            <a:r>
              <a:rPr lang="en-GB" b="0" i="0" dirty="0" err="1">
                <a:solidFill>
                  <a:srgbClr val="1F1F1F"/>
                </a:solidFill>
                <a:effectLst/>
                <a:latin typeface="ElsevierGulliver"/>
              </a:rPr>
              <a:t>Breiman</a:t>
            </a:r>
            <a:r>
              <a:rPr lang="en-GB" b="0" i="0" dirty="0">
                <a:solidFill>
                  <a:srgbClr val="1F1F1F"/>
                </a:solidFill>
                <a:effectLst/>
                <a:latin typeface="ElsevierGulliver"/>
              </a:rPr>
              <a:t>. </a:t>
            </a:r>
            <a:endParaRPr lang="en-US" b="0" i="0" dirty="0">
              <a:solidFill>
                <a:srgbClr val="1F1F1F"/>
              </a:solidFill>
              <a:effectLst/>
              <a:latin typeface="ElsevierGulliver"/>
            </a:endParaRPr>
          </a:p>
          <a:p>
            <a:r>
              <a:rPr lang="en-GB" b="0" i="0" dirty="0">
                <a:solidFill>
                  <a:srgbClr val="1F1F1F"/>
                </a:solidFill>
                <a:effectLst/>
                <a:latin typeface="ElsevierGulliver"/>
              </a:rPr>
              <a:t>This technique use number of training data to improve the variation among the classification system, thus increase the abstraction capability and forecasting capability of the technique. </a:t>
            </a:r>
          </a:p>
          <a:p>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97152" name="Content Placeholder 3"/>
          <p:cNvPicPr>
            <a:picLocks noGrp="1" noChangeAspect="1"/>
          </p:cNvPicPr>
          <p:nvPr>
            <p:ph idx="1"/>
          </p:nvPr>
        </p:nvPicPr>
        <p:blipFill>
          <a:blip r:embed="rId2"/>
          <a:stretch>
            <a:fillRect/>
          </a:stretch>
        </p:blipFill>
        <p:spPr>
          <a:xfrm>
            <a:off x="2003961" y="2170958"/>
            <a:ext cx="7533409" cy="4420584"/>
          </a:xfr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15" name="Title 1"/>
          <p:cNvSpPr>
            <a:spLocks noGrp="1"/>
          </p:cNvSpPr>
          <p:nvPr>
            <p:ph type="title"/>
          </p:nvPr>
        </p:nvSpPr>
        <p:spPr/>
        <p:txBody>
          <a:bodyPr/>
          <a:lstStyle/>
          <a:p>
            <a:r>
              <a:rPr lang="en-US" dirty="0"/>
              <a:t>Conclusion </a:t>
            </a:r>
          </a:p>
        </p:txBody>
      </p:sp>
      <p:sp>
        <p:nvSpPr>
          <p:cNvPr id="1048616" name="Content Placeholder 2"/>
          <p:cNvSpPr>
            <a:spLocks noGrp="1"/>
          </p:cNvSpPr>
          <p:nvPr>
            <p:ph idx="1"/>
          </p:nvPr>
        </p:nvSpPr>
        <p:spPr>
          <a:xfrm>
            <a:off x="723652" y="2754279"/>
            <a:ext cx="6000523" cy="2645284"/>
          </a:xfrm>
        </p:spPr>
        <p:txBody>
          <a:bodyPr>
            <a:normAutofit fontScale="88889" lnSpcReduction="20000"/>
          </a:bodyPr>
          <a:lstStyle/>
          <a:p>
            <a:r>
              <a:rPr lang="en-GB" b="0" i="0" dirty="0">
                <a:solidFill>
                  <a:srgbClr val="1F1F1F"/>
                </a:solidFill>
                <a:effectLst/>
                <a:latin typeface="ElsevierGulliver"/>
              </a:rPr>
              <a:t>The efficiency of the traffic prediction system is measured by the accuracy of the prediction result.</a:t>
            </a:r>
            <a:endParaRPr lang="en-US" b="0" i="0" dirty="0">
              <a:solidFill>
                <a:srgbClr val="1F1F1F"/>
              </a:solidFill>
              <a:effectLst/>
              <a:latin typeface="ElsevierGulliver"/>
            </a:endParaRPr>
          </a:p>
          <a:p>
            <a:r>
              <a:rPr lang="en-GB" b="0" i="0" dirty="0">
                <a:solidFill>
                  <a:srgbClr val="1F1F1F"/>
                </a:solidFill>
                <a:effectLst/>
                <a:latin typeface="ElsevierGulliver"/>
              </a:rPr>
              <a:t> The main intention of this current research work is to develop a traffic prediction system using machine learning techniques. </a:t>
            </a:r>
            <a:endParaRPr lang="en-US" b="0" i="0" dirty="0">
              <a:solidFill>
                <a:srgbClr val="1F1F1F"/>
              </a:solidFill>
              <a:effectLst/>
              <a:latin typeface="ElsevierGulliver"/>
            </a:endParaRPr>
          </a:p>
          <a:p>
            <a:r>
              <a:rPr lang="en-GB" b="0" i="0" dirty="0">
                <a:solidFill>
                  <a:srgbClr val="1F1F1F"/>
                </a:solidFill>
                <a:effectLst/>
                <a:latin typeface="ElsevierGulliver"/>
              </a:rPr>
              <a:t>Here the system developed by using DAN, DBN, RF, and LSTM techniques. F</a:t>
            </a:r>
            <a:endParaRPr lang="en-US" b="0" i="0" dirty="0">
              <a:solidFill>
                <a:srgbClr val="1F1F1F"/>
              </a:solidFill>
              <a:effectLst/>
              <a:latin typeface="ElsevierGulliver"/>
            </a:endParaRPr>
          </a:p>
          <a:p>
            <a:r>
              <a:rPr lang="en-GB" b="0" i="0" dirty="0" err="1">
                <a:solidFill>
                  <a:srgbClr val="1F1F1F"/>
                </a:solidFill>
                <a:effectLst/>
                <a:latin typeface="ElsevierGulliver"/>
              </a:rPr>
              <a:t>inally</a:t>
            </a:r>
            <a:r>
              <a:rPr lang="en-GB" b="0" i="0" dirty="0">
                <a:solidFill>
                  <a:srgbClr val="1F1F1F"/>
                </a:solidFill>
                <a:effectLst/>
                <a:latin typeface="ElsevierGulliver"/>
              </a:rPr>
              <a:t>, the performance of the system can be evaluated in terms of accuracy, precision, recall, RMSE, and MSE metrics. Among the four techniques, LSTM yields a better accuracy level. This system is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17" name="Title 1"/>
          <p:cNvSpPr>
            <a:spLocks noGrp="1"/>
          </p:cNvSpPr>
          <p:nvPr>
            <p:ph type="title"/>
          </p:nvPr>
        </p:nvSpPr>
        <p:spPr/>
        <p:txBody>
          <a:bodyPr/>
          <a:lstStyle/>
          <a:p>
            <a:r>
              <a:rPr lang="en-US" dirty="0"/>
              <a:t>INTRODUCTION </a:t>
            </a:r>
          </a:p>
        </p:txBody>
      </p:sp>
      <p:sp>
        <p:nvSpPr>
          <p:cNvPr id="1048618" name="Content Placeholder 2"/>
          <p:cNvSpPr>
            <a:spLocks noGrp="1"/>
          </p:cNvSpPr>
          <p:nvPr>
            <p:ph idx="1"/>
          </p:nvPr>
        </p:nvSpPr>
        <p:spPr/>
        <p:txBody>
          <a:bodyPr/>
          <a:lstStyle/>
          <a:p>
            <a:r>
              <a:rPr lang="en-GB" b="0" i="0" dirty="0" err="1">
                <a:effectLst/>
                <a:latin typeface="-apple-system"/>
              </a:rPr>
              <a:t>IoT</a:t>
            </a:r>
            <a:r>
              <a:rPr lang="en-GB" b="0" i="0" dirty="0">
                <a:effectLst/>
                <a:latin typeface="-apple-system"/>
              </a:rPr>
              <a:t> can offer many advantages for logistics and transportation in the supply chain, such as visibility of real-time tracking, plus monitoring of the condition and status of shipments, vehicles, and other assets. This can help avoid delays, losses, damages, and thefts. Additionally, </a:t>
            </a:r>
            <a:r>
              <a:rPr lang="en-GB" b="0" i="0" dirty="0" err="1">
                <a:effectLst/>
                <a:latin typeface="-apple-system"/>
              </a:rPr>
              <a:t>IoT</a:t>
            </a:r>
            <a:r>
              <a:rPr lang="en-GB" b="0" i="0" dirty="0">
                <a:effectLst/>
                <a:latin typeface="-apple-system"/>
              </a:rPr>
              <a:t> can enable smart routing, scheduling, and dispatching for vehicles and drivers based on traffic, weather, and demand patterns. This can optimize fuel consumption, reduce idle time, and increase productivity and utilization. </a:t>
            </a:r>
            <a:r>
              <a:rPr lang="en-GB" b="0" i="0" dirty="0" err="1">
                <a:effectLst/>
                <a:latin typeface="-apple-system"/>
              </a:rPr>
              <a:t>IoT</a:t>
            </a:r>
            <a:r>
              <a:rPr lang="en-GB" b="0" i="0" dirty="0">
                <a:effectLst/>
                <a:latin typeface="-apple-system"/>
              </a:rPr>
              <a:t> can also ensure product quality and safety by measuring and controlling a shipment's temperature, humidity, pressure, and vibration. This can help comply with regulations, reduce waste, and improve customer satisfaction. And </a:t>
            </a:r>
            <a:r>
              <a:rPr lang="en-GB" b="0" i="0" dirty="0" err="1">
                <a:effectLst/>
                <a:latin typeface="-apple-system"/>
              </a:rPr>
              <a:t>IoT</a:t>
            </a:r>
            <a:r>
              <a:rPr lang="en-GB" b="0" i="0" dirty="0">
                <a:effectLst/>
                <a:latin typeface="-apple-system"/>
              </a:rPr>
              <a:t> can reduce environmental impact by lowering carbon emissions, fuel consumption, and noise pollution. This can help meet corporate social responsibility goals while enhancing reputation and saving costs.</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19" name="Title 1"/>
          <p:cNvSpPr>
            <a:spLocks noGrp="1"/>
          </p:cNvSpPr>
          <p:nvPr>
            <p:ph type="title"/>
          </p:nvPr>
        </p:nvSpPr>
        <p:spPr/>
        <p:txBody>
          <a:bodyPr/>
          <a:lstStyle/>
          <a:p>
            <a:r>
              <a:rPr lang="en-GB" b="1" i="0" dirty="0">
                <a:effectLst/>
                <a:latin typeface="-apple-system"/>
              </a:rPr>
              <a:t>Benefits of </a:t>
            </a:r>
            <a:r>
              <a:rPr lang="en-GB" b="1" i="0" dirty="0" err="1">
                <a:effectLst/>
                <a:latin typeface="-apple-system"/>
              </a:rPr>
              <a:t>IoT</a:t>
            </a:r>
            <a:r>
              <a:rPr lang="en-GB" b="1" i="0" dirty="0">
                <a:effectLst/>
                <a:latin typeface="-apple-system"/>
              </a:rPr>
              <a:t> for logistics and transportation</a:t>
            </a:r>
            <a:br>
              <a:rPr lang="en-GB" b="1" i="0" dirty="0">
                <a:effectLst/>
                <a:latin typeface="-apple-system"/>
              </a:rPr>
            </a:br>
            <a:endParaRPr lang="en-US" dirty="0"/>
          </a:p>
        </p:txBody>
      </p:sp>
      <p:sp>
        <p:nvSpPr>
          <p:cNvPr id="1048620" name="Content Placeholder 2"/>
          <p:cNvSpPr>
            <a:spLocks noGrp="1"/>
          </p:cNvSpPr>
          <p:nvPr>
            <p:ph idx="1"/>
          </p:nvPr>
        </p:nvSpPr>
        <p:spPr/>
        <p:txBody>
          <a:bodyPr/>
          <a:lstStyle/>
          <a:p>
            <a:r>
              <a:rPr lang="en-GB" b="0" i="0" dirty="0" err="1">
                <a:effectLst/>
                <a:latin typeface="-apple-system"/>
              </a:rPr>
              <a:t>IoT</a:t>
            </a:r>
            <a:r>
              <a:rPr lang="en-GB" b="0" i="0" dirty="0">
                <a:effectLst/>
                <a:latin typeface="-apple-system"/>
              </a:rPr>
              <a:t> can present certain challenges in the supply chain, such as security, integration, and regulation. You must implement security measures like encryption, authentication, and firewalls to protect </a:t>
            </a:r>
            <a:r>
              <a:rPr lang="en-GB" b="0" i="0" dirty="0" err="1">
                <a:effectLst/>
                <a:latin typeface="-apple-system"/>
              </a:rPr>
              <a:t>IoT</a:t>
            </a:r>
            <a:r>
              <a:rPr lang="en-GB" b="0" i="0" dirty="0">
                <a:effectLst/>
                <a:latin typeface="-apple-system"/>
              </a:rPr>
              <a:t> networks and data. Also, it is important to guarantee </a:t>
            </a:r>
            <a:r>
              <a:rPr lang="en-GB" b="0" i="0" dirty="0" err="1">
                <a:effectLst/>
                <a:latin typeface="-apple-system"/>
              </a:rPr>
              <a:t>IoT</a:t>
            </a:r>
            <a:r>
              <a:rPr lang="en-GB" b="0" i="0" dirty="0">
                <a:effectLst/>
                <a:latin typeface="-apple-system"/>
              </a:rPr>
              <a:t> solution compatibility, interoperability, and scalability to avoid vendor lock-in and </a:t>
            </a:r>
            <a:r>
              <a:rPr lang="en-GB" b="0" i="0" dirty="0" err="1">
                <a:effectLst/>
                <a:latin typeface="-apple-system"/>
              </a:rPr>
              <a:t>siloed</a:t>
            </a:r>
            <a:r>
              <a:rPr lang="en-GB" b="0" i="0" dirty="0">
                <a:effectLst/>
                <a:latin typeface="-apple-system"/>
              </a:rPr>
              <a:t> data. And take account of legal and ethical issues when collecting, processing, or sharing large amounts of data. It is important to comply with relevant laws and regulations, such as GDPR, and respect the rights and preferences of customers, partners, and stakeholders.</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1" name="Title 1"/>
          <p:cNvSpPr>
            <a:spLocks noGrp="1"/>
          </p:cNvSpPr>
          <p:nvPr>
            <p:ph type="title"/>
          </p:nvPr>
        </p:nvSpPr>
        <p:spPr/>
        <p:txBody>
          <a:bodyPr/>
          <a:lstStyle/>
          <a:p>
            <a:r>
              <a:rPr lang="en-GB" b="1" i="0" dirty="0">
                <a:effectLst/>
                <a:latin typeface="-apple-system"/>
              </a:rPr>
              <a:t>Challenges of </a:t>
            </a:r>
            <a:r>
              <a:rPr lang="en-GB" b="1" i="0" dirty="0" err="1">
                <a:effectLst/>
                <a:latin typeface="-apple-system"/>
              </a:rPr>
              <a:t>IoT</a:t>
            </a:r>
            <a:r>
              <a:rPr lang="en-GB" b="1" i="0" dirty="0">
                <a:effectLst/>
                <a:latin typeface="-apple-system"/>
              </a:rPr>
              <a:t> for logistics and transportation</a:t>
            </a:r>
            <a:br>
              <a:rPr lang="en-GB" b="1" i="0" dirty="0">
                <a:effectLst/>
                <a:latin typeface="-apple-system"/>
              </a:rPr>
            </a:br>
            <a:endParaRPr lang="en-US" dirty="0"/>
          </a:p>
        </p:txBody>
      </p:sp>
      <p:sp>
        <p:nvSpPr>
          <p:cNvPr id="1048622" name="Content Placeholder 2"/>
          <p:cNvSpPr>
            <a:spLocks noGrp="1"/>
          </p:cNvSpPr>
          <p:nvPr>
            <p:ph idx="1"/>
          </p:nvPr>
        </p:nvSpPr>
        <p:spPr/>
        <p:txBody>
          <a:bodyPr/>
          <a:lstStyle/>
          <a:p>
            <a:r>
              <a:rPr lang="en-GB" b="0" i="0" dirty="0">
                <a:effectLst/>
                <a:latin typeface="-apple-system"/>
              </a:rPr>
              <a:t>To leverage the benefits and overcome the challenges of </a:t>
            </a:r>
            <a:r>
              <a:rPr lang="en-GB" b="0" i="0" dirty="0" err="1">
                <a:effectLst/>
                <a:latin typeface="-apple-system"/>
              </a:rPr>
              <a:t>IoT</a:t>
            </a:r>
            <a:r>
              <a:rPr lang="en-GB" b="0" i="0" dirty="0">
                <a:effectLst/>
                <a:latin typeface="-apple-system"/>
              </a:rPr>
              <a:t>, adhere to certain best practices. Start by defining your goals and metrics so you can align your </a:t>
            </a:r>
            <a:r>
              <a:rPr lang="en-GB" b="0" i="0" dirty="0" err="1">
                <a:effectLst/>
                <a:latin typeface="-apple-system"/>
              </a:rPr>
              <a:t>IoT</a:t>
            </a:r>
            <a:r>
              <a:rPr lang="en-GB" b="0" i="0" dirty="0">
                <a:effectLst/>
                <a:latin typeface="-apple-system"/>
              </a:rPr>
              <a:t> strategy with your business strategy and measure the ROI. Then, select the most suitable </a:t>
            </a:r>
            <a:r>
              <a:rPr lang="en-GB" b="0" i="0" dirty="0" err="1">
                <a:effectLst/>
                <a:latin typeface="-apple-system"/>
              </a:rPr>
              <a:t>IoT</a:t>
            </a:r>
            <a:r>
              <a:rPr lang="en-GB" b="0" i="0" dirty="0">
                <a:effectLst/>
                <a:latin typeface="-apple-system"/>
              </a:rPr>
              <a:t> devices, sensors, platforms, and applications for your needs, taking into consideration their reliability, cost, and maintenance. Test your solutions before deploying them widely to evaluate their functionality, usability, and security. Also educate your staff on how to use and benefit from your </a:t>
            </a:r>
            <a:r>
              <a:rPr lang="en-GB" b="0" i="0" dirty="0" err="1">
                <a:effectLst/>
                <a:latin typeface="-apple-system"/>
              </a:rPr>
              <a:t>IoT</a:t>
            </a:r>
            <a:r>
              <a:rPr lang="en-GB" b="0" i="0" dirty="0">
                <a:effectLst/>
                <a:latin typeface="-apple-system"/>
              </a:rPr>
              <a:t> solutions. Provide them with the necessary skills and tools to address any concerns. Finally, foster a culture of innovation and collaboration so staff can share their feedback.</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p:txBody>
          <a:bodyPr/>
          <a:lstStyle/>
          <a:p>
            <a:r>
              <a:rPr lang="en-US" dirty="0"/>
              <a:t>Examples </a:t>
            </a:r>
          </a:p>
        </p:txBody>
      </p:sp>
      <p:sp>
        <p:nvSpPr>
          <p:cNvPr id="1048624" name="Content Placeholder 2"/>
          <p:cNvSpPr>
            <a:spLocks noGrp="1"/>
          </p:cNvSpPr>
          <p:nvPr>
            <p:ph idx="1"/>
          </p:nvPr>
        </p:nvSpPr>
        <p:spPr/>
        <p:txBody>
          <a:bodyPr>
            <a:normAutofit fontScale="94444"/>
          </a:bodyPr>
          <a:lstStyle/>
          <a:p>
            <a:r>
              <a:rPr lang="en-GB" b="0" i="0" dirty="0" err="1">
                <a:effectLst/>
                <a:latin typeface="-apple-system"/>
              </a:rPr>
              <a:t>IoT</a:t>
            </a:r>
            <a:r>
              <a:rPr lang="en-GB" b="0" i="0" dirty="0">
                <a:effectLst/>
                <a:latin typeface="-apple-system"/>
              </a:rPr>
              <a:t> has many ways to optimize logistics and transportation. For instance, you can equip smart containers with sensors that monitor the location, condition, and status of goods. This data is sent to a cloud-based platform which provides real-time visibility and alerts to shippers, carriers, and customers. Additionally, smart containers enable smart locking and unlocking, and automate the documentation and customs clearance processes. Smart fleet management is another example. </a:t>
            </a:r>
            <a:r>
              <a:rPr lang="en-GB" b="0" i="0" dirty="0" err="1">
                <a:effectLst/>
                <a:latin typeface="-apple-system"/>
              </a:rPr>
              <a:t>IoT</a:t>
            </a:r>
            <a:r>
              <a:rPr lang="en-GB" b="0" i="0" dirty="0">
                <a:effectLst/>
                <a:latin typeface="-apple-system"/>
              </a:rPr>
              <a:t> devices and platforms can manage vehicles and drivers in a fleet by collecting data on vehicle speed, location, fuel level, mileage, maintenance, and driving </a:t>
            </a:r>
            <a:r>
              <a:rPr lang="en-GB" b="0" i="0" dirty="0" err="1">
                <a:effectLst/>
                <a:latin typeface="-apple-system"/>
              </a:rPr>
              <a:t>behavior</a:t>
            </a:r>
            <a:r>
              <a:rPr lang="en-GB" b="0" i="0" dirty="0">
                <a:effectLst/>
                <a:latin typeface="-apple-system"/>
              </a:rPr>
              <a:t>. Smart routing, scheduling, and dispatching of the vehicles and drivers are also possible based on traffic, weather, and demand patterns. Lastly, smart warehouses use </a:t>
            </a:r>
            <a:r>
              <a:rPr lang="en-GB" b="0" i="0" dirty="0" err="1">
                <a:effectLst/>
                <a:latin typeface="-apple-system"/>
              </a:rPr>
              <a:t>IoT</a:t>
            </a:r>
            <a:r>
              <a:rPr lang="en-GB" b="0" i="0" dirty="0">
                <a:effectLst/>
                <a:latin typeface="-apple-system"/>
              </a:rPr>
              <a:t> devices to automate and optimize the storage, handling, and distribution of goods. RFID tags, barcode scanners, drones, robots, and smart shelves are able to track inventory while smart lighting systems help reduce energy costs.</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5" name="Title 1"/>
          <p:cNvSpPr>
            <a:spLocks noGrp="1"/>
          </p:cNvSpPr>
          <p:nvPr>
            <p:ph type="title"/>
          </p:nvPr>
        </p:nvSpPr>
        <p:spPr/>
        <p:txBody>
          <a:bodyPr/>
          <a:lstStyle/>
          <a:p>
            <a:r>
              <a:rPr lang="en-US" dirty="0"/>
              <a:t>IOT IN TRANSPORTATION </a:t>
            </a:r>
          </a:p>
        </p:txBody>
      </p:sp>
      <p:pic>
        <p:nvPicPr>
          <p:cNvPr id="2097153" name="Content Placeholder 3"/>
          <p:cNvPicPr>
            <a:picLocks noGrp="1" noChangeAspect="1"/>
          </p:cNvPicPr>
          <p:nvPr>
            <p:ph idx="1"/>
          </p:nvPr>
        </p:nvPicPr>
        <p:blipFill>
          <a:blip r:embed="rId2"/>
          <a:stretch>
            <a:fillRect/>
          </a:stretch>
        </p:blipFill>
        <p:spPr>
          <a:xfrm>
            <a:off x="1768018" y="2287667"/>
            <a:ext cx="7643808" cy="4120842"/>
          </a:xfr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32" name="Title 1"/>
          <p:cNvSpPr>
            <a:spLocks noGrp="1"/>
          </p:cNvSpPr>
          <p:nvPr/>
        </p:nvSpPr>
        <p:spPr>
          <a:xfrm>
            <a:off x="768626" y="1271631"/>
            <a:ext cx="10654748" cy="1643269"/>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cap="none">
                <a:ln w="3175" cmpd="sng">
                  <a:noFill/>
                </a:ln>
                <a:solidFill>
                  <a:srgbClr val="262626"/>
                </a:solidFill>
                <a:effectLst/>
                <a:latin typeface="+mj-lt"/>
                <a:ea typeface="+mj-ea"/>
                <a:cs typeface="+mj-cs"/>
              </a:defRPr>
            </a:lvl1pPr>
            <a:lvl2pPr eaLnBrk="1" hangingPunct="1">
              <a:defRPr>
                <a:solidFill>
                  <a:srgbClr val="212121"/>
                </a:solidFill>
              </a:defRPr>
            </a:lvl2pPr>
            <a:lvl3pPr eaLnBrk="1" hangingPunct="1">
              <a:defRPr>
                <a:solidFill>
                  <a:srgbClr val="212121"/>
                </a:solidFill>
              </a:defRPr>
            </a:lvl3pPr>
            <a:lvl4pPr eaLnBrk="1" hangingPunct="1">
              <a:defRPr>
                <a:solidFill>
                  <a:srgbClr val="212121"/>
                </a:solidFill>
              </a:defRPr>
            </a:lvl4pPr>
            <a:lvl5pPr eaLnBrk="1" hangingPunct="1">
              <a:defRPr>
                <a:solidFill>
                  <a:srgbClr val="212121"/>
                </a:solidFill>
              </a:defRPr>
            </a:lvl5pPr>
            <a:lvl6pPr eaLnBrk="1" hangingPunct="1">
              <a:defRPr>
                <a:solidFill>
                  <a:srgbClr val="212121"/>
                </a:solidFill>
              </a:defRPr>
            </a:lvl6pPr>
            <a:lvl7pPr eaLnBrk="1" hangingPunct="1">
              <a:defRPr>
                <a:solidFill>
                  <a:srgbClr val="212121"/>
                </a:solidFill>
              </a:defRPr>
            </a:lvl7pPr>
            <a:lvl8pPr eaLnBrk="1" hangingPunct="1">
              <a:defRPr>
                <a:solidFill>
                  <a:srgbClr val="212121"/>
                </a:solidFill>
              </a:defRPr>
            </a:lvl8pPr>
            <a:lvl9pPr eaLnBrk="1" hangingPunct="1">
              <a:defRPr>
                <a:solidFill>
                  <a:srgbClr val="212121"/>
                </a:solidFill>
              </a:defRPr>
            </a:lvl9pPr>
          </a:lstStyle>
          <a:p>
            <a:r>
              <a:rPr lang="en-IN" sz="3200" dirty="0">
                <a:solidFill>
                  <a:srgbClr val="D97828"/>
                </a:solidFill>
                <a:latin typeface="Arial Rounded MT Bold" panose="020F0704030504030204" pitchFamily="34" charset="0"/>
              </a:rPr>
              <a:t>Consider incorporating machine learning algorithms to improve arrival time prediction accuracy based on historical data and traffic condition </a:t>
            </a:r>
            <a:endParaRPr lang="en-US" sz="3200" dirty="0">
              <a:solidFill>
                <a:srgbClr val="D97828"/>
              </a:solidFill>
              <a:latin typeface="Arial Rounded MT Bold" panose="020F0704030504030204" pitchFamily="34" charset="0"/>
            </a:endParaRPr>
          </a:p>
        </p:txBody>
      </p:sp>
      <p:sp>
        <p:nvSpPr>
          <p:cNvPr id="1048834" name="Content Placeholder 2"/>
          <p:cNvSpPr>
            <a:spLocks noGrp="1"/>
          </p:cNvSpPr>
          <p:nvPr/>
        </p:nvSpPr>
        <p:spPr>
          <a:xfrm>
            <a:off x="1295402" y="3428999"/>
            <a:ext cx="9601196" cy="3408563"/>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rgbClr val="83992A"/>
              </a:buClr>
              <a:buSzPct val="115000"/>
              <a:buFont typeface="Arial"/>
              <a:buChar char="•"/>
              <a:defRPr sz="2400" kern="1200" cap="none">
                <a:solidFill>
                  <a:srgbClr val="262626"/>
                </a:solidFill>
                <a:effectLst/>
                <a:latin typeface="+mn-lt"/>
                <a:ea typeface="+mn-ea"/>
                <a:cs typeface="+mn-cs"/>
              </a:defRPr>
            </a:lvl1pPr>
            <a:lvl2pPr marL="742950" indent="-285750" algn="l" defTabSz="457200" rtl="0" eaLnBrk="1" latinLnBrk="0" hangingPunct="1">
              <a:spcBef>
                <a:spcPct val="20000"/>
              </a:spcBef>
              <a:spcAft>
                <a:spcPts val="600"/>
              </a:spcAft>
              <a:buClr>
                <a:srgbClr val="83992A"/>
              </a:buClr>
              <a:buSzPct val="115000"/>
              <a:buFont typeface="Arial"/>
              <a:buChar char="•"/>
              <a:defRPr sz="2000" kern="1200" cap="none">
                <a:solidFill>
                  <a:srgbClr val="262626"/>
                </a:solidFill>
                <a:effectLst/>
                <a:latin typeface="+mn-lt"/>
                <a:ea typeface="+mn-ea"/>
                <a:cs typeface="+mn-cs"/>
              </a:defRPr>
            </a:lvl2pPr>
            <a:lvl3pPr marL="1200150" indent="-285750" algn="l" defTabSz="457200" rtl="0" eaLnBrk="1" latinLnBrk="0" hangingPunct="1">
              <a:spcBef>
                <a:spcPct val="20000"/>
              </a:spcBef>
              <a:spcAft>
                <a:spcPts val="600"/>
              </a:spcAft>
              <a:buClr>
                <a:srgbClr val="83992A"/>
              </a:buClr>
              <a:buSzPct val="115000"/>
              <a:buFont typeface="Arial"/>
              <a:buChar char="•"/>
              <a:defRPr sz="1800" kern="1200" cap="none">
                <a:solidFill>
                  <a:srgbClr val="262626"/>
                </a:solidFill>
                <a:effectLst/>
                <a:latin typeface="+mn-lt"/>
                <a:ea typeface="+mn-ea"/>
                <a:cs typeface="+mn-cs"/>
              </a:defRPr>
            </a:lvl3pPr>
            <a:lvl4pPr marL="1543050" indent="-171450" algn="l" defTabSz="457200" rtl="0" eaLnBrk="1" latinLnBrk="0" hangingPunct="1">
              <a:spcBef>
                <a:spcPct val="20000"/>
              </a:spcBef>
              <a:spcAft>
                <a:spcPts val="600"/>
              </a:spcAft>
              <a:buClr>
                <a:srgbClr val="83992A"/>
              </a:buClr>
              <a:buSzPct val="115000"/>
              <a:buFont typeface="Arial"/>
              <a:buChar char="•"/>
              <a:defRPr sz="1600" kern="1200" cap="none">
                <a:solidFill>
                  <a:srgbClr val="262626"/>
                </a:solidFill>
                <a:effectLst/>
                <a:latin typeface="+mn-lt"/>
                <a:ea typeface="+mn-ea"/>
                <a:cs typeface="+mn-cs"/>
              </a:defRPr>
            </a:lvl4pPr>
            <a:lvl5pPr marL="2000250" indent="-17145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5pPr>
            <a:lvl6pPr marL="25146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6pPr>
            <a:lvl7pPr marL="29718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7pPr>
            <a:lvl8pPr marL="34290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8pPr>
            <a:lvl9pPr marL="38862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9pPr>
          </a:lstStyle>
          <a:p>
            <a:r>
              <a:rPr lang="en-IN" b="1" dirty="0">
                <a:solidFill>
                  <a:srgbClr val="D97828"/>
                </a:solidFill>
                <a:latin typeface="ADLaM Display" panose="02010000000000000000" pitchFamily="2" charset="0"/>
                <a:ea typeface="ADLaM Display" panose="02010000000000000000" pitchFamily="2" charset="0"/>
                <a:cs typeface="ADLaM Display" panose="02010000000000000000" pitchFamily="2" charset="0"/>
              </a:rPr>
              <a:t>INTRODUCTION:</a:t>
            </a:r>
          </a:p>
          <a:p>
            <a:r>
              <a:rPr lang="en-US" b="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Traffic Prediction:</a:t>
            </a:r>
          </a:p>
          <a:p>
            <a:r>
              <a:rPr lang="en-US" b="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How Machine Learning Helps Forecast Congestions and Plan Optimal Routes</a:t>
            </a:r>
          </a:p>
          <a:p>
            <a:r>
              <a:rPr lang="en-US" b="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Data types and sources</a:t>
            </a:r>
          </a:p>
          <a:p>
            <a:r>
              <a:rPr lang="en-US" b="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Algorithms for generating traffic predictions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37" name="Title 3"/>
          <p:cNvSpPr>
            <a:spLocks noGrp="1"/>
          </p:cNvSpPr>
          <p:nvPr/>
        </p:nvSpPr>
        <p:spPr>
          <a:xfrm>
            <a:off x="1295402" y="982132"/>
            <a:ext cx="9601196" cy="1303867"/>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cap="none">
                <a:ln w="3175" cmpd="sng">
                  <a:noFill/>
                </a:ln>
                <a:solidFill>
                  <a:srgbClr val="262626"/>
                </a:solidFill>
                <a:effectLst/>
                <a:latin typeface="+mj-lt"/>
                <a:ea typeface="+mj-ea"/>
                <a:cs typeface="+mj-cs"/>
              </a:defRPr>
            </a:lvl1pPr>
            <a:lvl2pPr eaLnBrk="1" hangingPunct="1">
              <a:defRPr>
                <a:solidFill>
                  <a:srgbClr val="212121"/>
                </a:solidFill>
              </a:defRPr>
            </a:lvl2pPr>
            <a:lvl3pPr eaLnBrk="1" hangingPunct="1">
              <a:defRPr>
                <a:solidFill>
                  <a:srgbClr val="212121"/>
                </a:solidFill>
              </a:defRPr>
            </a:lvl3pPr>
            <a:lvl4pPr eaLnBrk="1" hangingPunct="1">
              <a:defRPr>
                <a:solidFill>
                  <a:srgbClr val="212121"/>
                </a:solidFill>
              </a:defRPr>
            </a:lvl4pPr>
            <a:lvl5pPr eaLnBrk="1" hangingPunct="1">
              <a:defRPr>
                <a:solidFill>
                  <a:srgbClr val="212121"/>
                </a:solidFill>
              </a:defRPr>
            </a:lvl5pPr>
            <a:lvl6pPr eaLnBrk="1" hangingPunct="1">
              <a:defRPr>
                <a:solidFill>
                  <a:srgbClr val="212121"/>
                </a:solidFill>
              </a:defRPr>
            </a:lvl6pPr>
            <a:lvl7pPr eaLnBrk="1" hangingPunct="1">
              <a:defRPr>
                <a:solidFill>
                  <a:srgbClr val="212121"/>
                </a:solidFill>
              </a:defRPr>
            </a:lvl7pPr>
            <a:lvl8pPr eaLnBrk="1" hangingPunct="1">
              <a:defRPr>
                <a:solidFill>
                  <a:srgbClr val="212121"/>
                </a:solidFill>
              </a:defRPr>
            </a:lvl8pPr>
            <a:lvl9pPr eaLnBrk="1" hangingPunct="1">
              <a:defRPr>
                <a:solidFill>
                  <a:srgbClr val="212121"/>
                </a:solidFill>
              </a:defRPr>
            </a:lvl9pPr>
          </a:lstStyle>
          <a:p>
            <a:r>
              <a:rPr lang="en-IN" dirty="0">
                <a:solidFill>
                  <a:srgbClr val="D97828"/>
                </a:solidFill>
                <a:latin typeface="Arial Rounded MT Bold" panose="020F0704030504030204" pitchFamily="34" charset="0"/>
              </a:rPr>
              <a:t>TRAFFIC PRIDICTION</a:t>
            </a:r>
            <a:endParaRPr lang="en-US" dirty="0">
              <a:solidFill>
                <a:srgbClr val="D97828"/>
              </a:solidFill>
              <a:latin typeface="Arial Rounded MT Bold" panose="020F0704030504030204" pitchFamily="34" charset="0"/>
            </a:endParaRPr>
          </a:p>
        </p:txBody>
      </p:sp>
      <p:sp>
        <p:nvSpPr>
          <p:cNvPr id="1048839" name="Content Placeholder 4"/>
          <p:cNvSpPr>
            <a:spLocks noGrp="1"/>
          </p:cNvSpPr>
          <p:nvPr/>
        </p:nvSpPr>
        <p:spPr>
          <a:xfrm>
            <a:off x="1295402" y="2556932"/>
            <a:ext cx="9601196" cy="3318936"/>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rgbClr val="83992A"/>
              </a:buClr>
              <a:buSzPct val="115000"/>
              <a:buFont typeface="Arial"/>
              <a:buChar char="•"/>
              <a:defRPr sz="2400" kern="1200" cap="none">
                <a:solidFill>
                  <a:srgbClr val="262626"/>
                </a:solidFill>
                <a:effectLst/>
                <a:latin typeface="+mn-lt"/>
                <a:ea typeface="+mn-ea"/>
                <a:cs typeface="+mn-cs"/>
              </a:defRPr>
            </a:lvl1pPr>
            <a:lvl2pPr marL="742950" indent="-285750" algn="l" defTabSz="457200" rtl="0" eaLnBrk="1" latinLnBrk="0" hangingPunct="1">
              <a:spcBef>
                <a:spcPct val="20000"/>
              </a:spcBef>
              <a:spcAft>
                <a:spcPts val="600"/>
              </a:spcAft>
              <a:buClr>
                <a:srgbClr val="83992A"/>
              </a:buClr>
              <a:buSzPct val="115000"/>
              <a:buFont typeface="Arial"/>
              <a:buChar char="•"/>
              <a:defRPr sz="2000" kern="1200" cap="none">
                <a:solidFill>
                  <a:srgbClr val="262626"/>
                </a:solidFill>
                <a:effectLst/>
                <a:latin typeface="+mn-lt"/>
                <a:ea typeface="+mn-ea"/>
                <a:cs typeface="+mn-cs"/>
              </a:defRPr>
            </a:lvl2pPr>
            <a:lvl3pPr marL="1200150" indent="-285750" algn="l" defTabSz="457200" rtl="0" eaLnBrk="1" latinLnBrk="0" hangingPunct="1">
              <a:spcBef>
                <a:spcPct val="20000"/>
              </a:spcBef>
              <a:spcAft>
                <a:spcPts val="600"/>
              </a:spcAft>
              <a:buClr>
                <a:srgbClr val="83992A"/>
              </a:buClr>
              <a:buSzPct val="115000"/>
              <a:buFont typeface="Arial"/>
              <a:buChar char="•"/>
              <a:defRPr sz="1800" kern="1200" cap="none">
                <a:solidFill>
                  <a:srgbClr val="262626"/>
                </a:solidFill>
                <a:effectLst/>
                <a:latin typeface="+mn-lt"/>
                <a:ea typeface="+mn-ea"/>
                <a:cs typeface="+mn-cs"/>
              </a:defRPr>
            </a:lvl3pPr>
            <a:lvl4pPr marL="1543050" indent="-171450" algn="l" defTabSz="457200" rtl="0" eaLnBrk="1" latinLnBrk="0" hangingPunct="1">
              <a:spcBef>
                <a:spcPct val="20000"/>
              </a:spcBef>
              <a:spcAft>
                <a:spcPts val="600"/>
              </a:spcAft>
              <a:buClr>
                <a:srgbClr val="83992A"/>
              </a:buClr>
              <a:buSzPct val="115000"/>
              <a:buFont typeface="Arial"/>
              <a:buChar char="•"/>
              <a:defRPr sz="1600" kern="1200" cap="none">
                <a:solidFill>
                  <a:srgbClr val="262626"/>
                </a:solidFill>
                <a:effectLst/>
                <a:latin typeface="+mn-lt"/>
                <a:ea typeface="+mn-ea"/>
                <a:cs typeface="+mn-cs"/>
              </a:defRPr>
            </a:lvl4pPr>
            <a:lvl5pPr marL="2000250" indent="-17145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5pPr>
            <a:lvl6pPr marL="25146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6pPr>
            <a:lvl7pPr marL="29718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7pPr>
            <a:lvl8pPr marL="34290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8pPr>
            <a:lvl9pPr marL="3886200" indent="-228600" algn="l" defTabSz="457200" rtl="0" eaLnBrk="1" latinLnBrk="0" hangingPunct="1">
              <a:spcBef>
                <a:spcPct val="20000"/>
              </a:spcBef>
              <a:spcAft>
                <a:spcPts val="600"/>
              </a:spcAft>
              <a:buClr>
                <a:srgbClr val="83992A"/>
              </a:buClr>
              <a:buSzPct val="115000"/>
              <a:buFont typeface="Arial"/>
              <a:buChar char="•"/>
              <a:defRPr sz="1400" kern="1200" cap="none">
                <a:solidFill>
                  <a:srgbClr val="262626"/>
                </a:solidFill>
                <a:effectLst/>
                <a:latin typeface="+mn-lt"/>
                <a:ea typeface="+mn-ea"/>
                <a:cs typeface="+mn-cs"/>
              </a:defRPr>
            </a:lvl9pPr>
          </a:lstStyle>
          <a:p>
            <a:pPr algn="l"/>
            <a:r>
              <a:rPr lang="en-US" dirty="0">
                <a:solidFill>
                  <a:srgbClr val="000000"/>
                </a:solidFill>
                <a:latin typeface="ADLaM Display" panose="02010000000000000000" pitchFamily="2" charset="0"/>
                <a:ea typeface="ADLaM Display" panose="02010000000000000000" pitchFamily="2" charset="0"/>
                <a:cs typeface="ADLaM Display" panose="02010000000000000000" pitchFamily="2" charset="0"/>
              </a:rPr>
              <a:t>Which </a:t>
            </a:r>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means forecasting the volume and density of traffic flow, usually for the purpose of managing vehicle movement, reducing congestion, and generating the optimal (least time- or energy-consuming) route.</a:t>
            </a:r>
          </a:p>
          <a:p>
            <a:pPr algn="l"/>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Traffic prediction is mainly important for two groups of organizations (we’re not talking about folks planning a weekend getaway, you know).</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952" name="Text Placeholder 6"/>
          <p:cNvSpPr>
            <a:spLocks noGrp="1"/>
          </p:cNvSpPr>
          <p:nvPr/>
        </p:nvSpPr>
        <p:spPr>
          <a:xfrm>
            <a:off x="1033822" y="2623929"/>
            <a:ext cx="5592265" cy="3061253"/>
          </a:xfrm>
          <a:prstGeom prst="rect">
            <a:avLst/>
          </a:prstGeom>
        </p:spPr>
        <p:txBody>
          <a:bodyPr vert="horz" lIns="91440" tIns="45720" rIns="91440" bIns="45720" rtlCol="0" anchor="t">
            <a:normAutofit/>
          </a:bodyPr>
          <a:lstStyle>
            <a:lvl1pPr marL="0" indent="0" algn="ctr" defTabSz="457200">
              <a:spcBef>
                <a:spcPct val="20000"/>
              </a:spcBef>
              <a:spcAft>
                <a:spcPts val="600"/>
              </a:spcAft>
              <a:buNone/>
              <a:defRPr sz="1800" kern="1200" cap="none">
                <a:solidFill>
                  <a:srgbClr val="262626"/>
                </a:solidFill>
                <a:effectLst/>
                <a:latin typeface="+mn-lt"/>
                <a:ea typeface="+mn-ea"/>
                <a:cs typeface="+mn-cs"/>
              </a:defRPr>
            </a:lvl1pPr>
            <a:lvl2pPr marL="457200" indent="0" algn="l" defTabSz="457200">
              <a:spcBef>
                <a:spcPct val="20000"/>
              </a:spcBef>
              <a:spcAft>
                <a:spcPts val="600"/>
              </a:spcAft>
              <a:buNone/>
              <a:defRPr sz="1200" kern="1200" cap="none">
                <a:solidFill>
                  <a:srgbClr val="262626"/>
                </a:solidFill>
                <a:effectLst/>
                <a:latin typeface="+mn-lt"/>
                <a:ea typeface="+mn-ea"/>
                <a:cs typeface="+mn-cs"/>
              </a:defRPr>
            </a:lvl2pPr>
            <a:lvl3pPr marL="914400" indent="0" algn="l" defTabSz="457200">
              <a:spcBef>
                <a:spcPct val="20000"/>
              </a:spcBef>
              <a:spcAft>
                <a:spcPts val="600"/>
              </a:spcAft>
              <a:buNone/>
              <a:defRPr sz="1000" kern="1200" cap="none">
                <a:solidFill>
                  <a:srgbClr val="262626"/>
                </a:solidFill>
                <a:effectLst/>
                <a:latin typeface="+mn-lt"/>
                <a:ea typeface="+mn-ea"/>
                <a:cs typeface="+mn-cs"/>
              </a:defRPr>
            </a:lvl3pPr>
            <a:lvl4pPr marL="1371600" indent="0" algn="l" defTabSz="457200">
              <a:spcBef>
                <a:spcPct val="20000"/>
              </a:spcBef>
              <a:spcAft>
                <a:spcPts val="600"/>
              </a:spcAft>
              <a:buNone/>
              <a:defRPr sz="900" kern="1200" cap="none">
                <a:solidFill>
                  <a:srgbClr val="262626"/>
                </a:solidFill>
                <a:effectLst/>
                <a:latin typeface="+mn-lt"/>
                <a:ea typeface="+mn-ea"/>
                <a:cs typeface="+mn-cs"/>
              </a:defRPr>
            </a:lvl4pPr>
            <a:lvl5pPr marL="1828800" indent="0" algn="l" defTabSz="457200">
              <a:spcBef>
                <a:spcPct val="20000"/>
              </a:spcBef>
              <a:spcAft>
                <a:spcPts val="600"/>
              </a:spcAft>
              <a:buNone/>
              <a:defRPr sz="900" kern="1200" cap="none">
                <a:solidFill>
                  <a:srgbClr val="262626"/>
                </a:solidFill>
                <a:effectLst/>
                <a:latin typeface="+mn-lt"/>
                <a:ea typeface="+mn-ea"/>
                <a:cs typeface="+mn-cs"/>
              </a:defRPr>
            </a:lvl5pPr>
            <a:lvl6pPr marL="2286000" indent="0" algn="l" defTabSz="457200">
              <a:spcBef>
                <a:spcPct val="20000"/>
              </a:spcBef>
              <a:spcAft>
                <a:spcPts val="600"/>
              </a:spcAft>
              <a:buNone/>
              <a:defRPr sz="900" kern="1200" cap="none">
                <a:solidFill>
                  <a:srgbClr val="262626"/>
                </a:solidFill>
                <a:effectLst/>
                <a:latin typeface="+mn-lt"/>
                <a:ea typeface="+mn-ea"/>
                <a:cs typeface="+mn-cs"/>
              </a:defRPr>
            </a:lvl6pPr>
            <a:lvl7pPr marL="2743200" indent="0" algn="l" defTabSz="457200">
              <a:spcBef>
                <a:spcPct val="20000"/>
              </a:spcBef>
              <a:spcAft>
                <a:spcPts val="600"/>
              </a:spcAft>
              <a:buNone/>
              <a:defRPr sz="900" kern="1200" cap="none">
                <a:solidFill>
                  <a:srgbClr val="262626"/>
                </a:solidFill>
                <a:effectLst/>
                <a:latin typeface="+mn-lt"/>
                <a:ea typeface="+mn-ea"/>
                <a:cs typeface="+mn-cs"/>
              </a:defRPr>
            </a:lvl7pPr>
            <a:lvl8pPr marL="3200400" indent="0" algn="l" defTabSz="457200">
              <a:spcBef>
                <a:spcPct val="20000"/>
              </a:spcBef>
              <a:spcAft>
                <a:spcPts val="600"/>
              </a:spcAft>
              <a:buNone/>
              <a:defRPr sz="900" kern="1200" cap="none">
                <a:solidFill>
                  <a:srgbClr val="262626"/>
                </a:solidFill>
                <a:effectLst/>
                <a:latin typeface="+mn-lt"/>
                <a:ea typeface="+mn-ea"/>
                <a:cs typeface="+mn-cs"/>
              </a:defRPr>
            </a:lvl8pPr>
            <a:lvl9pPr marL="3657600" indent="0" algn="l" defTabSz="457200">
              <a:spcBef>
                <a:spcPct val="20000"/>
              </a:spcBef>
              <a:spcAft>
                <a:spcPts val="600"/>
              </a:spcAft>
              <a:buNone/>
              <a:defRPr sz="900" kern="1200" cap="none">
                <a:solidFill>
                  <a:srgbClr val="262626"/>
                </a:solidFill>
                <a:effectLst/>
                <a:latin typeface="+mn-lt"/>
                <a:ea typeface="+mn-ea"/>
                <a:cs typeface="+mn-cs"/>
              </a:defRPr>
            </a:lvl9pPr>
          </a:lstStyle>
          <a:p>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In the last ten to twenty years, many cities adopted intelligent transportation systems (ITS) that support urban transportation network planning and traffic management. These systems use current traffic information as well as generated predictions to improve transport efficiency and safety by informing users of current road conditions and adjusting road infrastructure (e.g., street lights).</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1048954" name="Title 4"/>
          <p:cNvSpPr>
            <a:spLocks noGrp="1"/>
          </p:cNvSpPr>
          <p:nvPr/>
        </p:nvSpPr>
        <p:spPr>
          <a:xfrm>
            <a:off x="834887" y="954159"/>
            <a:ext cx="6228522" cy="1192694"/>
          </a:xfrm>
          <a:prstGeom prst="rect">
            <a:avLst/>
          </a:prstGeom>
        </p:spPr>
        <p:txBody>
          <a:bodyPr vert="horz" lIns="91440" tIns="45720" rIns="91440" bIns="45720" rtlCol="0" anchor="b">
            <a:normAutofit/>
          </a:bodyPr>
          <a:lstStyle>
            <a:lvl1pPr algn="ctr" defTabSz="457200">
              <a:spcBef>
                <a:spcPct val="0"/>
              </a:spcBef>
              <a:defRPr sz="2800" b="0" kern="1200" cap="none">
                <a:ln w="3175" cmpd="sng">
                  <a:noFill/>
                </a:ln>
                <a:solidFill>
                  <a:srgbClr val="262626"/>
                </a:solidFill>
                <a:effectLst/>
                <a:latin typeface="+mj-lt"/>
                <a:ea typeface="+mj-ea"/>
                <a:cs typeface="+mj-cs"/>
              </a:defRPr>
            </a:lvl1pPr>
            <a:lvl2pPr>
              <a:defRPr>
                <a:solidFill>
                  <a:srgbClr val="212121"/>
                </a:solidFill>
              </a:defRPr>
            </a:lvl2pPr>
            <a:lvl3pPr>
              <a:defRPr>
                <a:solidFill>
                  <a:srgbClr val="212121"/>
                </a:solidFill>
              </a:defRPr>
            </a:lvl3pPr>
            <a:lvl4pPr>
              <a:defRPr>
                <a:solidFill>
                  <a:srgbClr val="212121"/>
                </a:solidFill>
              </a:defRPr>
            </a:lvl4pPr>
            <a:lvl5pPr>
              <a:defRPr>
                <a:solidFill>
                  <a:srgbClr val="212121"/>
                </a:solidFill>
              </a:defRPr>
            </a:lvl5pPr>
            <a:lvl6pPr>
              <a:defRPr>
                <a:solidFill>
                  <a:srgbClr val="212121"/>
                </a:solidFill>
              </a:defRPr>
            </a:lvl6pPr>
            <a:lvl7pPr>
              <a:defRPr>
                <a:solidFill>
                  <a:srgbClr val="212121"/>
                </a:solidFill>
              </a:defRPr>
            </a:lvl7pPr>
            <a:lvl8pPr>
              <a:defRPr>
                <a:solidFill>
                  <a:srgbClr val="212121"/>
                </a:solidFill>
              </a:defRPr>
            </a:lvl8pPr>
            <a:lvl9pPr>
              <a:defRPr>
                <a:solidFill>
                  <a:srgbClr val="212121"/>
                </a:solidFill>
              </a:defRPr>
            </a:lvl9pPr>
          </a:lstStyle>
          <a:p>
            <a:r>
              <a:rPr lang="en-IN" dirty="0">
                <a:solidFill>
                  <a:srgbClr val="D97828"/>
                </a:solidFill>
                <a:latin typeface="ADLaM Display" panose="02010000000000000000" pitchFamily="2" charset="0"/>
                <a:ea typeface="ADLaM Display" panose="02010000000000000000" pitchFamily="2" charset="0"/>
                <a:cs typeface="ADLaM Display" panose="02010000000000000000" pitchFamily="2" charset="0"/>
              </a:rPr>
              <a:t>NATIONAL /LOCAL AUTHORITIES</a:t>
            </a:r>
            <a:endParaRPr lang="en-US" dirty="0">
              <a:solidFill>
                <a:srgbClr val="D97828"/>
              </a:solidFill>
              <a:latin typeface="ADLaM Display" panose="02010000000000000000" pitchFamily="2" charset="0"/>
              <a:ea typeface="ADLaM Display" panose="02010000000000000000" pitchFamily="2" charset="0"/>
              <a:cs typeface="ADLaM Display" panose="02010000000000000000" pitchFamily="2" charset="0"/>
            </a:endParaRPr>
          </a:p>
        </p:txBody>
      </p:sp>
      <p:pic>
        <p:nvPicPr>
          <p:cNvPr id="2097162" name="Picture Placeholder 9"/>
          <p:cNvPicPr>
            <a:picLocks/>
          </p:cNvPicPr>
          <p:nvPr/>
        </p:nvPicPr>
        <p:blipFill>
          <a:blip r:embed="rId3"/>
          <a:srcRect l="19316" r="19316"/>
          <a:stretch>
            <a:fillRect/>
          </a:stretch>
        </p:blipFill>
        <p:spPr>
          <a:xfrm>
            <a:off x="7195931" y="1060450"/>
            <a:ext cx="3962608" cy="4783138"/>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97172" name="Picture Placeholder 5"/>
          <p:cNvPicPr>
            <a:picLocks/>
          </p:cNvPicPr>
          <p:nvPr/>
        </p:nvPicPr>
        <p:blipFill rotWithShape="1">
          <a:blip r:embed="rId3"/>
          <a:srcRect l="11358" t="5990" r="12036" b="11799"/>
          <a:stretch>
            <a:fillRect/>
          </a:stretch>
        </p:blipFill>
        <p:spPr>
          <a:xfrm>
            <a:off x="2904504" y="3193774"/>
            <a:ext cx="5887987" cy="2845168"/>
          </a:xfrm>
          <a:prstGeom prst="rect">
            <a:avLst/>
          </a:prstGeom>
        </p:spPr>
      </p:pic>
      <p:sp>
        <p:nvSpPr>
          <p:cNvPr id="1049061" name="Content Placeholder 2"/>
          <p:cNvSpPr>
            <a:spLocks noGrp="1"/>
          </p:cNvSpPr>
          <p:nvPr/>
        </p:nvSpPr>
        <p:spPr>
          <a:xfrm>
            <a:off x="1033821" y="2120348"/>
            <a:ext cx="9899221" cy="940905"/>
          </a:xfrm>
          <a:prstGeom prst="rect">
            <a:avLst/>
          </a:prstGeom>
        </p:spPr>
        <p:txBody>
          <a:bodyPr vert="horz" lIns="91440" tIns="45720" rIns="91440" bIns="45720" rtlCol="0" anchor="t">
            <a:normAutofit/>
          </a:bodyPr>
          <a:lstStyle>
            <a:lvl1pPr marL="0" indent="0" algn="ctr" defTabSz="457200">
              <a:spcBef>
                <a:spcPct val="20000"/>
              </a:spcBef>
              <a:spcAft>
                <a:spcPts val="600"/>
              </a:spcAft>
              <a:buNone/>
              <a:defRPr sz="1800" kern="1200" cap="none">
                <a:solidFill>
                  <a:srgbClr val="262626"/>
                </a:solidFill>
                <a:effectLst/>
                <a:latin typeface="+mn-lt"/>
                <a:ea typeface="+mn-ea"/>
                <a:cs typeface="+mn-cs"/>
              </a:defRPr>
            </a:lvl1pPr>
            <a:lvl2pPr marL="457200" indent="0" algn="l" defTabSz="457200">
              <a:spcBef>
                <a:spcPct val="20000"/>
              </a:spcBef>
              <a:spcAft>
                <a:spcPts val="600"/>
              </a:spcAft>
              <a:buNone/>
              <a:defRPr sz="1200" kern="1200" cap="none">
                <a:solidFill>
                  <a:srgbClr val="262626"/>
                </a:solidFill>
                <a:effectLst/>
                <a:latin typeface="+mn-lt"/>
                <a:ea typeface="+mn-ea"/>
                <a:cs typeface="+mn-cs"/>
              </a:defRPr>
            </a:lvl2pPr>
            <a:lvl3pPr marL="914400" indent="0" algn="l" defTabSz="457200">
              <a:spcBef>
                <a:spcPct val="20000"/>
              </a:spcBef>
              <a:spcAft>
                <a:spcPts val="600"/>
              </a:spcAft>
              <a:buNone/>
              <a:defRPr sz="1000" kern="1200" cap="none">
                <a:solidFill>
                  <a:srgbClr val="262626"/>
                </a:solidFill>
                <a:effectLst/>
                <a:latin typeface="+mn-lt"/>
                <a:ea typeface="+mn-ea"/>
                <a:cs typeface="+mn-cs"/>
              </a:defRPr>
            </a:lvl3pPr>
            <a:lvl4pPr marL="1371600" indent="0" algn="l" defTabSz="457200">
              <a:spcBef>
                <a:spcPct val="20000"/>
              </a:spcBef>
              <a:spcAft>
                <a:spcPts val="600"/>
              </a:spcAft>
              <a:buNone/>
              <a:defRPr sz="900" kern="1200" cap="none">
                <a:solidFill>
                  <a:srgbClr val="262626"/>
                </a:solidFill>
                <a:effectLst/>
                <a:latin typeface="+mn-lt"/>
                <a:ea typeface="+mn-ea"/>
                <a:cs typeface="+mn-cs"/>
              </a:defRPr>
            </a:lvl4pPr>
            <a:lvl5pPr marL="1828800" indent="0" algn="l" defTabSz="457200">
              <a:spcBef>
                <a:spcPct val="20000"/>
              </a:spcBef>
              <a:spcAft>
                <a:spcPts val="600"/>
              </a:spcAft>
              <a:buNone/>
              <a:defRPr sz="900" kern="1200" cap="none">
                <a:solidFill>
                  <a:srgbClr val="262626"/>
                </a:solidFill>
                <a:effectLst/>
                <a:latin typeface="+mn-lt"/>
                <a:ea typeface="+mn-ea"/>
                <a:cs typeface="+mn-cs"/>
              </a:defRPr>
            </a:lvl5pPr>
            <a:lvl6pPr marL="2286000" indent="0" algn="l" defTabSz="457200">
              <a:spcBef>
                <a:spcPct val="20000"/>
              </a:spcBef>
              <a:spcAft>
                <a:spcPts val="600"/>
              </a:spcAft>
              <a:buNone/>
              <a:defRPr sz="900" kern="1200" cap="none">
                <a:solidFill>
                  <a:srgbClr val="262626"/>
                </a:solidFill>
                <a:effectLst/>
                <a:latin typeface="+mn-lt"/>
                <a:ea typeface="+mn-ea"/>
                <a:cs typeface="+mn-cs"/>
              </a:defRPr>
            </a:lvl6pPr>
            <a:lvl7pPr marL="2743200" indent="0" algn="l" defTabSz="457200">
              <a:spcBef>
                <a:spcPct val="20000"/>
              </a:spcBef>
              <a:spcAft>
                <a:spcPts val="600"/>
              </a:spcAft>
              <a:buNone/>
              <a:defRPr sz="900" kern="1200" cap="none">
                <a:solidFill>
                  <a:srgbClr val="262626"/>
                </a:solidFill>
                <a:effectLst/>
                <a:latin typeface="+mn-lt"/>
                <a:ea typeface="+mn-ea"/>
                <a:cs typeface="+mn-cs"/>
              </a:defRPr>
            </a:lvl7pPr>
            <a:lvl8pPr marL="3200400" indent="0" algn="l" defTabSz="457200">
              <a:spcBef>
                <a:spcPct val="20000"/>
              </a:spcBef>
              <a:spcAft>
                <a:spcPts val="600"/>
              </a:spcAft>
              <a:buNone/>
              <a:defRPr sz="900" kern="1200" cap="none">
                <a:solidFill>
                  <a:srgbClr val="262626"/>
                </a:solidFill>
                <a:effectLst/>
                <a:latin typeface="+mn-lt"/>
                <a:ea typeface="+mn-ea"/>
                <a:cs typeface="+mn-cs"/>
              </a:defRPr>
            </a:lvl8pPr>
            <a:lvl9pPr marL="3657600" indent="0" algn="l" defTabSz="457200">
              <a:spcBef>
                <a:spcPct val="20000"/>
              </a:spcBef>
              <a:spcAft>
                <a:spcPts val="600"/>
              </a:spcAft>
              <a:buNone/>
              <a:defRPr sz="900" kern="1200" cap="none">
                <a:solidFill>
                  <a:srgbClr val="262626"/>
                </a:solidFill>
                <a:effectLst/>
                <a:latin typeface="+mn-lt"/>
                <a:ea typeface="+mn-ea"/>
                <a:cs typeface="+mn-cs"/>
              </a:defRPr>
            </a:lvl9pPr>
          </a:lstStyle>
          <a:p>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Traffic is influenced by many factors, and you should consider all of them to make accurate predictions. So, there are several main groups of data that you’ll have to obtain</a:t>
            </a:r>
            <a:r>
              <a:rPr lang="en-US" b="0" i="0" dirty="0">
                <a:solidFill>
                  <a:srgbClr val="000000"/>
                </a:solidFill>
                <a:effectLst/>
                <a:latin typeface="Open Sans" panose="020B0604020202020204" pitchFamily="34" charset="0"/>
              </a:rPr>
              <a:t>.</a:t>
            </a:r>
            <a:endParaRPr lang="en-US" dirty="0"/>
          </a:p>
        </p:txBody>
      </p:sp>
      <p:sp>
        <p:nvSpPr>
          <p:cNvPr id="1049063" name="Title 1"/>
          <p:cNvSpPr>
            <a:spLocks noGrp="1"/>
          </p:cNvSpPr>
          <p:nvPr/>
        </p:nvSpPr>
        <p:spPr>
          <a:xfrm>
            <a:off x="1033822" y="927653"/>
            <a:ext cx="5433239" cy="1060174"/>
          </a:xfrm>
          <a:prstGeom prst="rect">
            <a:avLst/>
          </a:prstGeom>
        </p:spPr>
        <p:txBody>
          <a:bodyPr vert="horz" lIns="91440" tIns="45720" rIns="91440" bIns="45720" rtlCol="0" anchor="b">
            <a:normAutofit/>
          </a:bodyPr>
          <a:lstStyle>
            <a:lvl1pPr algn="ctr" defTabSz="457200">
              <a:spcBef>
                <a:spcPct val="0"/>
              </a:spcBef>
              <a:defRPr sz="2800" b="0" kern="1200" cap="none">
                <a:ln w="3175" cmpd="sng">
                  <a:noFill/>
                </a:ln>
                <a:solidFill>
                  <a:srgbClr val="262626"/>
                </a:solidFill>
                <a:effectLst/>
                <a:latin typeface="+mj-lt"/>
                <a:ea typeface="+mj-ea"/>
                <a:cs typeface="+mj-cs"/>
              </a:defRPr>
            </a:lvl1pPr>
            <a:lvl2pPr>
              <a:defRPr>
                <a:solidFill>
                  <a:srgbClr val="212121"/>
                </a:solidFill>
              </a:defRPr>
            </a:lvl2pPr>
            <a:lvl3pPr>
              <a:defRPr>
                <a:solidFill>
                  <a:srgbClr val="212121"/>
                </a:solidFill>
              </a:defRPr>
            </a:lvl3pPr>
            <a:lvl4pPr>
              <a:defRPr>
                <a:solidFill>
                  <a:srgbClr val="212121"/>
                </a:solidFill>
              </a:defRPr>
            </a:lvl4pPr>
            <a:lvl5pPr>
              <a:defRPr>
                <a:solidFill>
                  <a:srgbClr val="212121"/>
                </a:solidFill>
              </a:defRPr>
            </a:lvl5pPr>
            <a:lvl6pPr>
              <a:defRPr>
                <a:solidFill>
                  <a:srgbClr val="212121"/>
                </a:solidFill>
              </a:defRPr>
            </a:lvl6pPr>
            <a:lvl7pPr>
              <a:defRPr>
                <a:solidFill>
                  <a:srgbClr val="212121"/>
                </a:solidFill>
              </a:defRPr>
            </a:lvl7pPr>
            <a:lvl8pPr>
              <a:defRPr>
                <a:solidFill>
                  <a:srgbClr val="212121"/>
                </a:solidFill>
              </a:defRPr>
            </a:lvl8pPr>
            <a:lvl9pPr>
              <a:defRPr>
                <a:solidFill>
                  <a:srgbClr val="212121"/>
                </a:solidFill>
              </a:defRPr>
            </a:lvl9pPr>
          </a:lstStyle>
          <a:p>
            <a:r>
              <a:rPr lang="en-IN" dirty="0">
                <a:solidFill>
                  <a:srgbClr val="D97828"/>
                </a:solidFill>
                <a:latin typeface="ADLaM Display" panose="02010000000000000000" pitchFamily="2" charset="0"/>
                <a:ea typeface="ADLaM Display" panose="02010000000000000000" pitchFamily="2" charset="0"/>
                <a:cs typeface="ADLaM Display" panose="02010000000000000000" pitchFamily="2" charset="0"/>
              </a:rPr>
              <a:t>DATA TYPE AND SOURCES</a:t>
            </a:r>
            <a:endParaRPr lang="en-US" dirty="0">
              <a:solidFill>
                <a:srgbClr val="D97828"/>
              </a:solidFill>
              <a:latin typeface="ADLaM Display" panose="02010000000000000000" pitchFamily="2" charset="0"/>
              <a:ea typeface="ADLaM Display" panose="02010000000000000000" pitchFamily="2" charset="0"/>
              <a:cs typeface="ADLaM Display" panose="02010000000000000000" pitchFamily="2" charset="0"/>
            </a:endParaRP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075" name="Title 10"/>
          <p:cNvSpPr>
            <a:spLocks noGrp="1"/>
          </p:cNvSpPr>
          <p:nvPr>
            <p:ph type="title"/>
          </p:nvPr>
        </p:nvSpPr>
        <p:spPr/>
        <p:txBody>
          <a:bodyPr/>
          <a:lstStyle/>
          <a:p>
            <a:r>
              <a:rPr lang="en-IN"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rPr>
              <a:t>Mapping data</a:t>
            </a:r>
            <a:endParaRPr lang="en-US"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049076" name="Text Placeholder 7"/>
          <p:cNvSpPr>
            <a:spLocks noGrp="1"/>
          </p:cNvSpPr>
          <p:nvPr>
            <p:ph idx="1"/>
          </p:nvPr>
        </p:nvSpPr>
        <p:spPr/>
        <p:txBody>
          <a:bodyPr>
            <a:normAutofit/>
          </a:bodyPr>
          <a:lstStyle/>
          <a:p>
            <a:r>
              <a:rPr lang="en-US" sz="2800"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First of all, you need to have a detailed map with road networks and related attributes. Connecting to such global mapping data providers as </a:t>
            </a:r>
            <a:r>
              <a:rPr lang="en-US" sz="2800"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3"/>
              </a:rPr>
              <a:t>Google Maps</a:t>
            </a:r>
            <a:r>
              <a:rPr lang="en-US" sz="2800"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a:t>
            </a:r>
            <a:r>
              <a:rPr lang="en-US" sz="2800"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4"/>
              </a:rPr>
              <a:t>TomTom</a:t>
            </a:r>
            <a:r>
              <a:rPr lang="en-US" sz="2800"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a:t>
            </a:r>
            <a:r>
              <a:rPr lang="en-US" sz="2800"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5"/>
              </a:rPr>
              <a:t>HERE</a:t>
            </a:r>
            <a:r>
              <a:rPr lang="en-US" sz="2800"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or </a:t>
            </a:r>
            <a:r>
              <a:rPr lang="en-US" sz="2800"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6"/>
              </a:rPr>
              <a:t>OSM</a:t>
            </a:r>
            <a:r>
              <a:rPr lang="en-US" sz="2800"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is a great way to obtain complete and up-to-date information.</a:t>
            </a:r>
          </a:p>
          <a:p>
            <a:endPar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IN"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a:t>
            </a:r>
            <a:endParaRPr lang="en-IN" dirty="0">
              <a:latin typeface="ADLaM Display" panose="02010000000000000000" pitchFamily="2" charset="0"/>
              <a:ea typeface="ADLaM Display" panose="02010000000000000000" pitchFamily="2" charset="0"/>
              <a:cs typeface="ADLaM Display" panose="02010000000000000000" pitchFamily="2" charset="0"/>
            </a:endParaRP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180" name="Title 1"/>
          <p:cNvSpPr>
            <a:spLocks noGrp="1"/>
          </p:cNvSpPr>
          <p:nvPr>
            <p:ph type="title"/>
          </p:nvPr>
        </p:nvSpPr>
        <p:spPr/>
        <p:txBody>
          <a:bodyPr/>
          <a:lstStyle/>
          <a:p>
            <a:r>
              <a:rPr lang="en-IN"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rPr>
              <a:t>Traffic information</a:t>
            </a:r>
            <a:endParaRPr lang="en-US"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049181" name="Content Placeholder 2"/>
          <p:cNvSpPr>
            <a:spLocks noGrp="1"/>
          </p:cNvSpPr>
          <p:nvPr>
            <p:ph idx="1"/>
          </p:nvPr>
        </p:nvSpPr>
        <p:spPr/>
        <p:txBody>
          <a:bodyPr>
            <a:normAutofit/>
          </a:bodyPr>
          <a:lstStyle/>
          <a:p>
            <a:pPr algn="l"/>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Then, you’ll have to collect both historical and current traffic-related information such as the number of vehicles passing at a certain point, their speed, and type (trucks, light vehicles, etc.). Devices used to collect this data are</a:t>
            </a:r>
          </a:p>
          <a:p>
            <a:pPr algn="l">
              <a:buFont typeface="Arial" panose="020B0604020202020204" pitchFamily="34" charset="0"/>
              <a:buChar char="•"/>
            </a:pPr>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loop detectors,</a:t>
            </a:r>
          </a:p>
          <a:p>
            <a:pPr algn="l">
              <a:buFont typeface="Arial" panose="020B0604020202020204" pitchFamily="34" charset="0"/>
              <a:buChar char="•"/>
            </a:pPr>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cameras,</a:t>
            </a:r>
          </a:p>
          <a:p>
            <a:pPr algn="l">
              <a:buFont typeface="Arial" panose="020B0604020202020204" pitchFamily="34" charset="0"/>
              <a:buChar char="•"/>
            </a:pPr>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weigh in motion sensors, and</a:t>
            </a:r>
          </a:p>
          <a:p>
            <a:pPr algn="l">
              <a:buFont typeface="Arial" panose="020B0604020202020204" pitchFamily="34" charset="0"/>
              <a:buChar char="•"/>
            </a:pPr>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radars, or other sensor technologies.</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286" name="Title 1"/>
          <p:cNvSpPr>
            <a:spLocks noGrp="1"/>
          </p:cNvSpPr>
          <p:nvPr>
            <p:ph type="title"/>
          </p:nvPr>
        </p:nvSpPr>
        <p:spPr/>
        <p:txBody>
          <a:bodyPr anchor="b">
            <a:normAutofit/>
          </a:bodyPr>
          <a:lstStyle/>
          <a:p>
            <a:r>
              <a:rPr lang="en-US" sz="3200" i="0" dirty="0">
                <a:solidFill>
                  <a:schemeClr val="accent5"/>
                </a:solidFill>
                <a:effectLst/>
                <a:latin typeface="ADLaM Display" panose="02010000000000000000" pitchFamily="2" charset="0"/>
                <a:ea typeface="ADLaM Display" panose="02010000000000000000" pitchFamily="2" charset="0"/>
                <a:cs typeface="ADLaM Display" panose="02010000000000000000" pitchFamily="2" charset="0"/>
              </a:rPr>
              <a:t>Additional data on road conditions</a:t>
            </a:r>
            <a:endParaRPr lang="en-US" sz="3200"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endParaRPr>
          </a:p>
        </p:txBody>
      </p:sp>
      <p:pic>
        <p:nvPicPr>
          <p:cNvPr id="2097188" name="Picture Placeholder 6"/>
          <p:cNvPicPr>
            <a:picLocks noGrp="1" noChangeAspect="1"/>
          </p:cNvPicPr>
          <p:nvPr>
            <p:ph type="pic" idx="1"/>
          </p:nvPr>
        </p:nvPicPr>
        <p:blipFill rotWithShape="1">
          <a:blip r:embed="rId3"/>
          <a:srcRect l="2847" r="7887"/>
          <a:stretch>
            <a:fillRect/>
          </a:stretch>
        </p:blipFill>
        <p:spPr>
          <a:xfrm>
            <a:off x="6340494" y="1041401"/>
            <a:ext cx="5221859" cy="4285974"/>
          </a:xfrm>
        </p:spPr>
      </p:pic>
      <p:sp>
        <p:nvSpPr>
          <p:cNvPr id="1049287" name="Text Placeholder 4"/>
          <p:cNvSpPr>
            <a:spLocks noGrp="1"/>
          </p:cNvSpPr>
          <p:nvPr>
            <p:ph type="body" sz="half" idx="2"/>
          </p:nvPr>
        </p:nvSpPr>
        <p:spPr>
          <a:noFill/>
          <a:ln w="12700">
            <a:noFill/>
            <a:prstDash val="solid"/>
          </a:ln>
        </p:spPr>
        <p:txBody>
          <a:bodyPr>
            <a:normAutofit fontScale="62500" lnSpcReduction="20000"/>
          </a:bodyPr>
          <a:lstStyle/>
          <a:p>
            <a:r>
              <a:rPr lang="en-US" sz="2400" b="0" i="0" dirty="0">
                <a:solidFill>
                  <a:srgbClr val="FFFFFF"/>
                </a:solidFill>
                <a:effectLst/>
                <a:latin typeface="ADLaM Display" panose="02010000000000000000" pitchFamily="2" charset="0"/>
                <a:ea typeface="ADLaM Display" panose="02010000000000000000" pitchFamily="2" charset="0"/>
                <a:cs typeface="ADLaM Display" panose="02010000000000000000" pitchFamily="2" charset="0"/>
              </a:rPr>
              <a:t>There are external data sources that can provide important information that impacts traffic. Think social media posts about sports events in the area, local news about civil protests, or even police scanners about crime scenes, accidents, or road blockages.</a:t>
            </a:r>
            <a:endParaRPr lang="en-US" sz="2400" dirty="0">
              <a:solidFill>
                <a:srgbClr val="FFFFFF"/>
              </a:solidFill>
              <a:latin typeface="ADLaM Display" panose="02010000000000000000" pitchFamily="2" charset="0"/>
              <a:ea typeface="ADLaM Display" panose="02010000000000000000" pitchFamily="2" charset="0"/>
              <a:cs typeface="ADLaM Display" panose="02010000000000000000" pitchFamily="2" charset="0"/>
            </a:endParaRP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483" name="TextBox 1049482"/>
          <p:cNvSpPr txBox="1"/>
          <p:nvPr/>
        </p:nvSpPr>
        <p:spPr>
          <a:xfrm>
            <a:off x="4096000" y="3219450"/>
            <a:ext cx="4000000" cy="510540"/>
          </a:xfrm>
          <a:prstGeom prst="rect">
            <a:avLst/>
          </a:prstGeom>
        </p:spPr>
        <p:txBody>
          <a:bodyPr wrap="square" rtlCol="0">
            <a:spAutoFit/>
          </a:bodyPr>
          <a:lstStyle/>
          <a:p>
            <a:endParaRPr lang="en-IN" sz="2800">
              <a:solidFill>
                <a:srgbClr val="000000"/>
              </a:solidFill>
            </a:endParaRPr>
          </a:p>
        </p:txBody>
      </p:sp>
      <p:sp>
        <p:nvSpPr>
          <p:cNvPr id="1049390" name="Title 1"/>
          <p:cNvSpPr>
            <a:spLocks noGrp="1"/>
          </p:cNvSpPr>
          <p:nvPr>
            <p:ph type="title"/>
          </p:nvPr>
        </p:nvSpPr>
        <p:spPr>
          <a:noFill/>
        </p:spPr>
        <p:txBody>
          <a:bodyPr>
            <a:normAutofit fontScale="90000"/>
          </a:bodyPr>
          <a:lstStyle/>
          <a:p>
            <a:r>
              <a:rPr lang="en-US" b="0" dirty="0">
                <a:solidFill>
                  <a:srgbClr val="FFFFFF"/>
                </a:solidFill>
                <a:effectLst/>
                <a:latin typeface="Proxima Nova"/>
              </a:rPr>
              <a:t>Algorithms for generating traffic predictions</a:t>
            </a:r>
            <a:br>
              <a:rPr lang="en-US" b="0" dirty="0">
                <a:solidFill>
                  <a:srgbClr val="FFFFFF"/>
                </a:solidFill>
                <a:effectLst/>
                <a:latin typeface="Proxima Nova"/>
              </a:rPr>
            </a:br>
            <a:endParaRPr lang="en-US" dirty="0">
              <a:solidFill>
                <a:srgbClr val="FFFFFF"/>
              </a:solidFill>
            </a:endParaRPr>
          </a:p>
        </p:txBody>
      </p:sp>
      <p:pic>
        <p:nvPicPr>
          <p:cNvPr id="2097195" name="Content Placeholder 4"/>
          <p:cNvPicPr>
            <a:picLocks noGrp="1" noChangeAspect="1"/>
          </p:cNvPicPr>
          <p:nvPr>
            <p:ph idx="1"/>
          </p:nvPr>
        </p:nvPicPr>
        <p:blipFill>
          <a:blip r:embed="rId3"/>
          <a:stretch>
            <a:fillRect/>
          </a:stretch>
        </p:blipFill>
        <p:spPr>
          <a:xfrm>
            <a:off x="3146778" y="2557463"/>
            <a:ext cx="5898444" cy="3317875"/>
          </a:xfrm>
        </p:spPr>
      </p:pic>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495" name="Title 1"/>
          <p:cNvSpPr>
            <a:spLocks noGrp="1"/>
          </p:cNvSpPr>
          <p:nvPr>
            <p:ph type="title"/>
          </p:nvPr>
        </p:nvSpPr>
        <p:spPr/>
        <p:txBody>
          <a:bodyPr>
            <a:normAutofit fontScale="90000"/>
          </a:bodyPr>
          <a:lstStyle/>
          <a:p>
            <a:r>
              <a:rPr lang="en-US" b="0" dirty="0">
                <a:solidFill>
                  <a:schemeClr val="accent5"/>
                </a:solidFill>
                <a:effectLst/>
                <a:latin typeface="ADLaM Display" panose="02010000000000000000" pitchFamily="2" charset="0"/>
                <a:ea typeface="ADLaM Display" panose="02010000000000000000" pitchFamily="2" charset="0"/>
                <a:cs typeface="ADLaM Display" panose="02010000000000000000" pitchFamily="2" charset="0"/>
              </a:rPr>
              <a:t>Statistical approach</a:t>
            </a:r>
            <a:br>
              <a:rPr lang="en-US" b="0" dirty="0">
                <a:solidFill>
                  <a:schemeClr val="accent5"/>
                </a:solidFill>
                <a:effectLst/>
                <a:latin typeface="ADLaM Display" panose="02010000000000000000" pitchFamily="2" charset="0"/>
                <a:ea typeface="ADLaM Display" panose="02010000000000000000" pitchFamily="2" charset="0"/>
                <a:cs typeface="ADLaM Display" panose="02010000000000000000" pitchFamily="2" charset="0"/>
              </a:rPr>
            </a:br>
            <a:endParaRPr lang="en-US"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049496" name="Content Placeholder 2"/>
          <p:cNvSpPr>
            <a:spLocks noGrp="1"/>
          </p:cNvSpPr>
          <p:nvPr>
            <p:ph idx="1"/>
          </p:nvPr>
        </p:nvSpPr>
        <p:spPr/>
        <p:txBody>
          <a:bodyPr/>
          <a:lstStyle/>
          <a:p>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Statistical methods allow you to identify traffic patterns at a different scale: during the day, on different days of the week, seasonal, etc. They are usually easier, faster, and cheaper to implement than machine learning ones. However, they are less accurate since they can’t process as much multivariate data.</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600" name="Title 1"/>
          <p:cNvSpPr>
            <a:spLocks noGrp="1"/>
          </p:cNvSpPr>
          <p:nvPr>
            <p:ph type="title"/>
          </p:nvPr>
        </p:nvSpPr>
        <p:spPr/>
        <p:txBody>
          <a:bodyPr>
            <a:normAutofit fontScale="90000"/>
          </a:bodyPr>
          <a:lstStyle/>
          <a:p>
            <a:r>
              <a:rPr lang="en-US" b="0" dirty="0">
                <a:solidFill>
                  <a:schemeClr val="accent5"/>
                </a:solidFill>
                <a:effectLst/>
                <a:latin typeface="ADLaM Display" panose="02010000000000000000" pitchFamily="2" charset="0"/>
                <a:ea typeface="ADLaM Display" panose="02010000000000000000" pitchFamily="2" charset="0"/>
                <a:cs typeface="ADLaM Display" panose="02010000000000000000" pitchFamily="2" charset="0"/>
              </a:rPr>
              <a:t>Machine learning approach</a:t>
            </a:r>
            <a:br>
              <a:rPr lang="en-US" b="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b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1049601" name="Content Placeholder 2"/>
          <p:cNvSpPr>
            <a:spLocks noGrp="1"/>
          </p:cNvSpPr>
          <p:nvPr>
            <p:ph idx="1"/>
          </p:nvPr>
        </p:nvSpPr>
        <p:spPr/>
        <p:txBody>
          <a:bodyPr/>
          <a:lstStyle/>
          <a:p>
            <a:r>
              <a:rPr lang="en-US"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3"/>
              </a:rPr>
              <a:t>Machine learning</a:t>
            </a:r>
            <a:r>
              <a:rPr lang="en-US"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(ML) allows you to create predictive models that consider large masses of heterogeneous data from different sources. Numerous studies have been conducted on the application of ML algorithms to forecast road traffic. Here are some successful examples.</a:t>
            </a:r>
          </a:p>
          <a:p>
            <a:r>
              <a:rPr lang="en-US" dirty="0">
                <a:latin typeface="ADLaM Display" panose="02010000000000000000" pitchFamily="2" charset="0"/>
                <a:ea typeface="ADLaM Display" panose="02010000000000000000" pitchFamily="2" charset="0"/>
                <a:cs typeface="ADLaM Display" panose="02010000000000000000" pitchFamily="2" charset="0"/>
              </a:rPr>
              <a:t>Random process</a:t>
            </a:r>
          </a:p>
          <a:p>
            <a:r>
              <a:rPr lang="en-US" dirty="0">
                <a:latin typeface="ADLaM Display" panose="02010000000000000000" pitchFamily="2" charset="0"/>
                <a:ea typeface="ADLaM Display" panose="02010000000000000000" pitchFamily="2" charset="0"/>
                <a:cs typeface="ADLaM Display" panose="02010000000000000000" pitchFamily="2" charset="0"/>
              </a:rPr>
              <a:t>K-nearest </a:t>
            </a:r>
            <a:r>
              <a:rPr lang="en-US" dirty="0" err="1">
                <a:latin typeface="ADLaM Display" panose="02010000000000000000" pitchFamily="2" charset="0"/>
                <a:ea typeface="ADLaM Display" panose="02010000000000000000" pitchFamily="2" charset="0"/>
                <a:cs typeface="ADLaM Display" panose="02010000000000000000" pitchFamily="2" charset="0"/>
              </a:rPr>
              <a:t>neighbour</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705" name="Title 1"/>
          <p:cNvSpPr>
            <a:spLocks noGrp="1"/>
          </p:cNvSpPr>
          <p:nvPr>
            <p:ph type="title"/>
          </p:nvPr>
        </p:nvSpPr>
        <p:spPr/>
        <p:txBody>
          <a:bodyPr>
            <a:normAutofit/>
          </a:bodyPr>
          <a:lstStyle/>
          <a:p>
            <a:r>
              <a:rPr lang="en-IN" sz="4000" dirty="0" err="1">
                <a:solidFill>
                  <a:schemeClr val="accent5"/>
                </a:solidFill>
                <a:latin typeface="ADLaM Display" panose="02010000000000000000" pitchFamily="2" charset="0"/>
                <a:ea typeface="ADLaM Display" panose="02010000000000000000" pitchFamily="2" charset="0"/>
                <a:cs typeface="ADLaM Display" panose="02010000000000000000" pitchFamily="2" charset="0"/>
              </a:rPr>
              <a:t>Deeplearning</a:t>
            </a:r>
            <a:r>
              <a:rPr lang="en-IN" sz="4000"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rPr>
              <a:t> algorithm</a:t>
            </a:r>
            <a:endParaRPr lang="en-US" sz="4000" dirty="0">
              <a:solidFill>
                <a:schemeClr val="accent5"/>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049706" name="Content Placeholder 2"/>
          <p:cNvSpPr>
            <a:spLocks noGrp="1"/>
          </p:cNvSpPr>
          <p:nvPr>
            <p:ph idx="1"/>
          </p:nvPr>
        </p:nvSpPr>
        <p:spPr/>
        <p:txBody>
          <a:bodyPr/>
          <a:lstStyle/>
          <a:p>
            <a:r>
              <a:rPr lang="en-US" b="1" i="0" dirty="0">
                <a:solidFill>
                  <a:srgbClr val="000000"/>
                </a:solidFill>
                <a:effectLst/>
                <a:latin typeface="Open Sans" panose="020B0604020202020204" pitchFamily="34" charset="0"/>
              </a:rPr>
              <a:t> Convolutional neural networks</a:t>
            </a:r>
          </a:p>
          <a:p>
            <a:r>
              <a:rPr lang="en-US" b="1" i="0" dirty="0">
                <a:solidFill>
                  <a:srgbClr val="000000"/>
                </a:solidFill>
                <a:effectLst/>
                <a:latin typeface="Open Sans" panose="020B0604020202020204" pitchFamily="34" charset="0"/>
              </a:rPr>
              <a:t>Recurrent neural networks</a:t>
            </a:r>
          </a:p>
          <a:p>
            <a:r>
              <a:rPr lang="en-US" b="1" i="0" dirty="0">
                <a:solidFill>
                  <a:srgbClr val="000000"/>
                </a:solidFill>
                <a:effectLst/>
                <a:latin typeface="Open Sans" panose="020B0604020202020204" pitchFamily="34" charset="0"/>
              </a:rPr>
              <a:t>Long short term memory (LSTM) </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97220" name="Content Placeholder 3"/>
          <p:cNvPicPr>
            <a:picLocks noGrp="1" noChangeAspect="1"/>
          </p:cNvPicPr>
          <p:nvPr>
            <p:ph idx="1"/>
          </p:nvPr>
        </p:nvPicPr>
        <p:blipFill>
          <a:blip r:embed="rId3"/>
          <a:stretch>
            <a:fillRect/>
          </a:stretch>
        </p:blipFill>
        <p:spPr>
          <a:xfrm>
            <a:off x="3644053" y="2557463"/>
            <a:ext cx="4630090" cy="3490640"/>
          </a:xfrm>
        </p:spPr>
      </p:pic>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914" name="Title 1"/>
          <p:cNvSpPr>
            <a:spLocks noGrp="1"/>
          </p:cNvSpPr>
          <p:nvPr>
            <p:ph type="title"/>
          </p:nvPr>
        </p:nvSpPr>
        <p:spPr/>
        <p:txBody>
          <a:bodyPr/>
          <a:lstStyle/>
          <a:p>
            <a:r>
              <a:rPr lang="en-GB" b="1" i="0" dirty="0">
                <a:solidFill>
                  <a:schemeClr val="accent5"/>
                </a:solidFill>
                <a:effectLst/>
                <a:latin typeface="Open Sans" panose="020B0606030504020204" pitchFamily="34" charset="0"/>
              </a:rPr>
              <a:t>Google Maps Platforms</a:t>
            </a:r>
            <a:endParaRPr lang="en-US" dirty="0">
              <a:solidFill>
                <a:schemeClr val="accent5"/>
              </a:solidFill>
            </a:endParaRPr>
          </a:p>
        </p:txBody>
      </p:sp>
      <p:sp>
        <p:nvSpPr>
          <p:cNvPr id="1049915" name="Content Placeholder 2"/>
          <p:cNvSpPr>
            <a:spLocks noGrp="1"/>
          </p:cNvSpPr>
          <p:nvPr>
            <p:ph idx="1"/>
          </p:nvPr>
        </p:nvSpPr>
        <p:spPr/>
        <p:txBody>
          <a:bodyPr>
            <a:normAutofit/>
          </a:bodyPr>
          <a:lstStyle/>
          <a:p>
            <a:pPr marL="0" indent="0">
              <a:buNone/>
            </a:pPr>
            <a:endParaRPr lang="en-US" b="1" i="0" dirty="0">
              <a:solidFill>
                <a:srgbClr val="000000"/>
              </a:solidFill>
              <a:effectLst/>
              <a:latin typeface="Open Sans" panose="020B0606030504020204" pitchFamily="34" charset="0"/>
            </a:endParaRPr>
          </a:p>
          <a:p>
            <a:r>
              <a:rPr lang="en-US" b="1" dirty="0">
                <a:solidFill>
                  <a:srgbClr val="000000"/>
                </a:solidFill>
                <a:latin typeface="Open Sans" panose="020B0606030504020204" pitchFamily="34" charset="0"/>
              </a:rPr>
              <a:t>  </a:t>
            </a:r>
            <a:r>
              <a:rPr lang="en-GB" b="1" i="0" dirty="0">
                <a:solidFill>
                  <a:srgbClr val="000000"/>
                </a:solidFill>
                <a:effectLst/>
                <a:latin typeface="Open Sans" panose="020B0606030504020204" pitchFamily="34" charset="0"/>
              </a:rPr>
              <a:t> </a:t>
            </a:r>
            <a:r>
              <a:rPr lang="en-GB"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If you want to partner with the biggest mapping data provider, keep in mind: you’ll only be able to add the current </a:t>
            </a:r>
            <a:r>
              <a:rPr lang="en-GB"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3"/>
              </a:rPr>
              <a:t>traffic layer</a:t>
            </a:r>
            <a:r>
              <a:rPr lang="en-GB"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to your map, but no forecasts. Moreover, their documentation warns: “</a:t>
            </a:r>
            <a:r>
              <a:rPr lang="en-GB" b="0" i="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Traffic information is refreshed frequently, but not instantly. Rapid consecutive requests for the same area are unlikely to yield different results.” </a:t>
            </a:r>
            <a:r>
              <a:rPr lang="en-GB"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They also offer a diverse </a:t>
            </a:r>
            <a:r>
              <a:rPr lang="en-GB" b="0" i="0" u="none" strike="noStrike" dirty="0">
                <a:solidFill>
                  <a:srgbClr val="00C0EB"/>
                </a:solidFill>
                <a:effectLst/>
                <a:latin typeface="ADLaM Display" panose="02010000000000000000" pitchFamily="2" charset="0"/>
                <a:ea typeface="ADLaM Display" panose="02010000000000000000" pitchFamily="2" charset="0"/>
                <a:cs typeface="ADLaM Display" panose="02010000000000000000" pitchFamily="2" charset="0"/>
                <a:hlinkClick r:id="rId4"/>
              </a:rPr>
              <a:t>suite of APIs</a:t>
            </a:r>
            <a:r>
              <a:rPr lang="en-GB" b="0" i="0"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 to add their map or routing functionality to your location-based product.</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020" name="Title 1"/>
          <p:cNvSpPr>
            <a:spLocks noGrp="1"/>
          </p:cNvSpPr>
          <p:nvPr>
            <p:ph type="title"/>
          </p:nvPr>
        </p:nvSpPr>
        <p:spPr/>
        <p:txBody>
          <a:bodyPr/>
          <a:lstStyle/>
          <a:p>
            <a:r>
              <a:rPr lang="en-US" dirty="0"/>
              <a:t>BUILD AN IOT ENABLED PUBLIC TRANSPORT OPTIMIZATION SYSTEM </a:t>
            </a:r>
          </a:p>
        </p:txBody>
      </p:sp>
      <p:sp>
        <p:nvSpPr>
          <p:cNvPr id="1050021" name="Content Placeholder 2"/>
          <p:cNvSpPr>
            <a:spLocks noGrp="1"/>
          </p:cNvSpPr>
          <p:nvPr>
            <p:ph idx="1"/>
          </p:nvPr>
        </p:nvSpPr>
        <p:spPr/>
        <p:txBody>
          <a:bodyPr/>
          <a:lstStyle/>
          <a:p>
            <a:r>
              <a:rPr lang="en-GB" b="0" i="0" dirty="0">
                <a:solidFill>
                  <a:srgbClr val="1F1F1F"/>
                </a:solidFill>
                <a:effectLst/>
                <a:latin typeface="Google Sans"/>
              </a:rPr>
              <a:t>The proposed system is </a:t>
            </a:r>
            <a:r>
              <a:rPr lang="en-GB" b="0" i="0" dirty="0">
                <a:solidFill>
                  <a:srgbClr val="040C28"/>
                </a:solidFill>
                <a:effectLst/>
                <a:latin typeface="Google Sans"/>
              </a:rPr>
              <a:t>an electronic device that is placed in a public bus</a:t>
            </a:r>
            <a:r>
              <a:rPr lang="en-GB" b="0" i="0" dirty="0">
                <a:solidFill>
                  <a:srgbClr val="1F1F1F"/>
                </a:solidFill>
                <a:effectLst/>
                <a:latin typeface="Google Sans"/>
              </a:rPr>
              <a:t>.</a:t>
            </a:r>
            <a:endParaRPr lang="en-US" b="0" i="0" dirty="0">
              <a:solidFill>
                <a:srgbClr val="1F1F1F"/>
              </a:solidFill>
              <a:effectLst/>
              <a:latin typeface="Google Sans"/>
            </a:endParaRPr>
          </a:p>
          <a:p>
            <a:r>
              <a:rPr lang="en-GB" b="0" i="0" dirty="0">
                <a:solidFill>
                  <a:srgbClr val="1F1F1F"/>
                </a:solidFill>
                <a:effectLst/>
                <a:latin typeface="Google Sans"/>
              </a:rPr>
              <a:t> This device can acquire data from sensors and send it to a cloud server in real-time. </a:t>
            </a:r>
            <a:endParaRPr lang="en-US" b="0" i="0" dirty="0">
              <a:solidFill>
                <a:srgbClr val="1F1F1F"/>
              </a:solidFill>
              <a:effectLst/>
              <a:latin typeface="Google Sans"/>
            </a:endParaRPr>
          </a:p>
          <a:p>
            <a:r>
              <a:rPr lang="en-GB" b="0" i="0" dirty="0">
                <a:solidFill>
                  <a:srgbClr val="1F1F1F"/>
                </a:solidFill>
                <a:effectLst/>
                <a:latin typeface="Google Sans"/>
              </a:rPr>
              <a:t>The data available on the cloud can be fetched allowing the management to monitor the status of the buses.</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158" name="Title 1"/>
          <p:cNvSpPr>
            <a:spLocks noGrp="1"/>
          </p:cNvSpPr>
          <p:nvPr>
            <p:ph type="title"/>
          </p:nvPr>
        </p:nvSpPr>
        <p:spPr/>
        <p:txBody>
          <a:bodyPr/>
          <a:lstStyle/>
          <a:p>
            <a:r>
              <a:rPr lang="en-US" dirty="0"/>
              <a:t>FUNCTIONALITY </a:t>
            </a:r>
          </a:p>
        </p:txBody>
      </p:sp>
      <p:sp>
        <p:nvSpPr>
          <p:cNvPr id="1050161" name="Content Placeholder 2"/>
          <p:cNvSpPr>
            <a:spLocks noGrp="1"/>
          </p:cNvSpPr>
          <p:nvPr/>
        </p:nvSpPr>
        <p:spPr>
          <a:xfrm>
            <a:off x="1069979" y="2505456"/>
            <a:ext cx="9613861" cy="35993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9pPr>
          </a:lstStyle>
          <a:p>
            <a:r>
              <a:rPr lang="en-GB" b="0" i="0" dirty="0">
                <a:solidFill>
                  <a:srgbClr val="000000"/>
                </a:solidFill>
                <a:effectLst/>
                <a:latin typeface="FrutigerLTW02"/>
              </a:rPr>
              <a:t>The </a:t>
            </a:r>
            <a:r>
              <a:rPr lang="en-GB" b="0" i="0" dirty="0" err="1">
                <a:solidFill>
                  <a:srgbClr val="000000"/>
                </a:solidFill>
                <a:effectLst/>
                <a:latin typeface="FrutigerLTW02"/>
              </a:rPr>
              <a:t>IoT</a:t>
            </a:r>
            <a:r>
              <a:rPr lang="en-GB" b="0" i="0" dirty="0">
                <a:solidFill>
                  <a:srgbClr val="000000"/>
                </a:solidFill>
                <a:effectLst/>
                <a:latin typeface="FrutigerLTW02"/>
              </a:rPr>
              <a:t>-Bus is a fieldbus with IPv6 support and an integrated security concept. It combines the advantages of native internet protocol support with the advantages of a fieldbus in terms of range, reliability, robustness and low latency.</a:t>
            </a:r>
          </a:p>
          <a:p>
            <a:r>
              <a:rPr lang="en-US" b="0" i="0" dirty="0">
                <a:solidFill>
                  <a:srgbClr val="555555"/>
                </a:solidFill>
                <a:effectLst/>
                <a:latin typeface="FrutigerLTW02"/>
              </a:rPr>
              <a:t>  </a:t>
            </a:r>
            <a:br>
              <a:rPr lang="en-GB" b="0" i="0" dirty="0">
                <a:solidFill>
                  <a:srgbClr val="555555"/>
                </a:solidFill>
                <a:effectLst/>
                <a:latin typeface="FrutigerLTW02"/>
              </a:rPr>
            </a:br>
            <a:r>
              <a:rPr lang="en-US" b="0" i="0" dirty="0">
                <a:solidFill>
                  <a:srgbClr val="555555"/>
                </a:solidFill>
                <a:effectLst/>
                <a:latin typeface="FrutigerLTW02"/>
              </a:rPr>
              <a:t>  </a:t>
            </a:r>
            <a:r>
              <a:rPr lang="en-GB" b="0" i="0" dirty="0">
                <a:solidFill>
                  <a:srgbClr val="000000"/>
                </a:solidFill>
                <a:effectLst/>
                <a:latin typeface="FrutigerLTW02"/>
              </a:rPr>
              <a:t>This technology is based on an adaptation of the communication standard IEEE 802.15.4, which is the de facto standard for Wireless Personal Area Networks (WPAN) and sensor networks, thus allowing the use of these wireline logs. The concept envisages a communication on 2- or 4-wire lines. The 4-wire solution also enables the power supply for communication of the communication nodes via the bus.</a:t>
            </a:r>
            <a:br>
              <a:rPr lang="en-GB" b="0" i="0" dirty="0">
                <a:solidFill>
                  <a:srgbClr val="555555"/>
                </a:solidFill>
                <a:effectLst/>
                <a:latin typeface="FrutigerLTW02"/>
              </a:rPr>
            </a:b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167" name="Title 1"/>
          <p:cNvSpPr>
            <a:spLocks noGrp="1"/>
          </p:cNvSpPr>
          <p:nvPr>
            <p:ph type="title"/>
          </p:nvPr>
        </p:nvSpPr>
        <p:spPr/>
        <p:txBody>
          <a:bodyPr/>
          <a:lstStyle/>
          <a:p>
            <a:r>
              <a:rPr lang="en-US" dirty="0"/>
              <a:t>THE STRUCTURE OF SYSTEM </a:t>
            </a:r>
          </a:p>
        </p:txBody>
      </p:sp>
      <p:pic>
        <p:nvPicPr>
          <p:cNvPr id="2097264" name="Content Placeholder 5"/>
          <p:cNvPicPr>
            <a:picLocks noGrp="1" noChangeAspect="1"/>
          </p:cNvPicPr>
          <p:nvPr>
            <p:ph idx="1"/>
          </p:nvPr>
        </p:nvPicPr>
        <p:blipFill>
          <a:blip r:embed="rId3"/>
          <a:stretch>
            <a:fillRect/>
          </a:stretch>
        </p:blipFill>
        <p:spPr>
          <a:xfrm>
            <a:off x="1446884" y="2125210"/>
            <a:ext cx="8053375" cy="4546260"/>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173" name="Title 1"/>
          <p:cNvSpPr>
            <a:spLocks noGrp="1"/>
          </p:cNvSpPr>
          <p:nvPr>
            <p:ph type="title"/>
          </p:nvPr>
        </p:nvSpPr>
        <p:spPr/>
        <p:txBody>
          <a:bodyPr>
            <a:normAutofit fontScale="90000"/>
          </a:bodyPr>
          <a:lstStyle/>
          <a:p>
            <a:r>
              <a:rPr lang="en-GB" b="0" i="0" dirty="0">
                <a:effectLst/>
                <a:latin typeface="FrutigerLTW02"/>
              </a:rPr>
              <a:t>Easy and Flexible Integration of Standard Protocols</a:t>
            </a:r>
            <a:br>
              <a:rPr lang="en-GB" b="0" i="0" dirty="0">
                <a:effectLst/>
                <a:latin typeface="FrutigerLTW02"/>
              </a:rPr>
            </a:br>
            <a:endParaRPr lang="en-US" dirty="0"/>
          </a:p>
        </p:txBody>
      </p:sp>
      <p:sp>
        <p:nvSpPr>
          <p:cNvPr id="1050176" name="Content Placeholder 2"/>
          <p:cNvSpPr>
            <a:spLocks noGrp="1"/>
          </p:cNvSpPr>
          <p:nvPr/>
        </p:nvSpPr>
        <p:spPr>
          <a:xfrm>
            <a:off x="680321" y="2336873"/>
            <a:ext cx="9613861" cy="35993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9pPr>
          </a:lstStyle>
          <a:p>
            <a:r>
              <a:rPr lang="en-GB" b="0" i="0" dirty="0">
                <a:solidFill>
                  <a:srgbClr val="000000"/>
                </a:solidFill>
                <a:effectLst/>
                <a:latin typeface="FrutigerLTW02"/>
              </a:rPr>
              <a:t>The </a:t>
            </a:r>
            <a:r>
              <a:rPr lang="en-GB" b="0" i="0" dirty="0" err="1">
                <a:solidFill>
                  <a:srgbClr val="000000"/>
                </a:solidFill>
                <a:effectLst/>
                <a:latin typeface="FrutigerLTW02"/>
              </a:rPr>
              <a:t>IoT</a:t>
            </a:r>
            <a:r>
              <a:rPr lang="en-GB" b="0" i="0" dirty="0">
                <a:solidFill>
                  <a:srgbClr val="000000"/>
                </a:solidFill>
                <a:effectLst/>
                <a:latin typeface="FrutigerLTW02"/>
              </a:rPr>
              <a:t>-Bus uses 6LoWPAN and thus realizes the IPv6 capability of the terminal nodes. This allows that all protocols which are based on TCP/IP can be used conceptually. The end nodes can be, among other things, sensors, actuators or generally »things« in the context »Internet of Things«. They can simply communicate with the internet or be connected to the cloud.</a:t>
            </a:r>
          </a:p>
          <a:p>
            <a:br>
              <a:rPr lang="en-GB" b="0" i="0" dirty="0">
                <a:solidFill>
                  <a:srgbClr val="000000"/>
                </a:solidFill>
                <a:effectLst/>
                <a:latin typeface="FrutigerLTW02"/>
              </a:rPr>
            </a:br>
            <a:r>
              <a:rPr lang="en-GB" b="0" i="0" dirty="0">
                <a:solidFill>
                  <a:srgbClr val="000000"/>
                </a:solidFill>
                <a:effectLst/>
                <a:latin typeface="FrutigerLTW02"/>
              </a:rPr>
              <a:t>Additionally the </a:t>
            </a:r>
            <a:r>
              <a:rPr lang="en-GB" b="0" i="0" dirty="0" err="1">
                <a:solidFill>
                  <a:srgbClr val="000000"/>
                </a:solidFill>
                <a:effectLst/>
                <a:latin typeface="FrutigerLTW02"/>
              </a:rPr>
              <a:t>IoT</a:t>
            </a:r>
            <a:r>
              <a:rPr lang="en-GB" b="0" i="0" dirty="0">
                <a:solidFill>
                  <a:srgbClr val="000000"/>
                </a:solidFill>
                <a:effectLst/>
                <a:latin typeface="FrutigerLTW02"/>
              </a:rPr>
              <a:t>-Bus offers by its data container concept, the possibility of a so-called »</a:t>
            </a:r>
            <a:r>
              <a:rPr lang="en-GB" b="0" i="0" dirty="0" err="1">
                <a:solidFill>
                  <a:srgbClr val="000000"/>
                </a:solidFill>
                <a:effectLst/>
                <a:latin typeface="FrutigerLTW02"/>
              </a:rPr>
              <a:t>tunneling</a:t>
            </a:r>
            <a:r>
              <a:rPr lang="en-GB" b="0" i="0" dirty="0">
                <a:solidFill>
                  <a:srgbClr val="000000"/>
                </a:solidFill>
                <a:effectLst/>
                <a:latin typeface="FrutigerLTW02"/>
              </a:rPr>
              <a:t>« of messages and protocols, such as CAN message. This functionality can be used for range extension of limited itself fieldbuses. The </a:t>
            </a:r>
            <a:r>
              <a:rPr lang="en-GB" b="0" i="0" dirty="0" err="1">
                <a:solidFill>
                  <a:srgbClr val="000000"/>
                </a:solidFill>
                <a:effectLst/>
                <a:latin typeface="FrutigerLTW02"/>
              </a:rPr>
              <a:t>tunneling</a:t>
            </a:r>
            <a:r>
              <a:rPr lang="en-GB" b="0" i="0" dirty="0">
                <a:solidFill>
                  <a:srgbClr val="000000"/>
                </a:solidFill>
                <a:effectLst/>
                <a:latin typeface="FrutigerLTW02"/>
              </a:rPr>
              <a:t> of CAN messages is currently </a:t>
            </a:r>
            <a:r>
              <a:rPr lang="en-GB" b="0" i="0" dirty="0" err="1">
                <a:solidFill>
                  <a:srgbClr val="000000"/>
                </a:solidFill>
                <a:effectLst/>
                <a:latin typeface="FrutigerLTW02"/>
              </a:rPr>
              <a:t>takeing</a:t>
            </a:r>
            <a:r>
              <a:rPr lang="en-GB" b="0" i="0" dirty="0">
                <a:solidFill>
                  <a:srgbClr val="000000"/>
                </a:solidFill>
                <a:effectLst/>
                <a:latin typeface="FrutigerLTW02"/>
              </a:rPr>
              <a:t> place in the SEEDs project.</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182" name="Title 1"/>
          <p:cNvSpPr>
            <a:spLocks noGrp="1"/>
          </p:cNvSpPr>
          <p:nvPr>
            <p:ph type="title"/>
          </p:nvPr>
        </p:nvSpPr>
        <p:spPr/>
        <p:txBody>
          <a:bodyPr>
            <a:normAutofit fontScale="90000"/>
          </a:bodyPr>
          <a:lstStyle/>
          <a:p>
            <a:r>
              <a:rPr lang="en-GB" b="0" i="0" dirty="0">
                <a:effectLst/>
                <a:latin typeface="FrutigerLTW02"/>
              </a:rPr>
              <a:t>Unique Characteristics of the Communication Bus</a:t>
            </a:r>
            <a:br>
              <a:rPr lang="en-GB" b="0" i="0" dirty="0">
                <a:effectLst/>
                <a:latin typeface="FrutigerLTW02"/>
              </a:rPr>
            </a:br>
            <a:endParaRPr lang="en-US" dirty="0"/>
          </a:p>
        </p:txBody>
      </p:sp>
      <p:sp>
        <p:nvSpPr>
          <p:cNvPr id="1050185" name="Content Placeholder 2"/>
          <p:cNvSpPr>
            <a:spLocks noGrp="1"/>
          </p:cNvSpPr>
          <p:nvPr/>
        </p:nvSpPr>
        <p:spPr>
          <a:xfrm>
            <a:off x="680321" y="2336873"/>
            <a:ext cx="9613861" cy="35993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9pPr>
          </a:lstStyle>
          <a:p>
            <a:pPr fontAlgn="t"/>
            <a:r>
              <a:rPr lang="en-GB" b="1" i="0" dirty="0">
                <a:solidFill>
                  <a:srgbClr val="000000"/>
                </a:solidFill>
                <a:effectLst/>
                <a:latin typeface="FrutigerLTW02"/>
              </a:rPr>
              <a:t>Connection with the wired and wireless world</a:t>
            </a:r>
            <a:br>
              <a:rPr lang="en-GB" b="1" i="0" dirty="0">
                <a:solidFill>
                  <a:srgbClr val="000000"/>
                </a:solidFill>
                <a:effectLst/>
                <a:latin typeface="FrutigerLTW02"/>
              </a:rPr>
            </a:br>
            <a:r>
              <a:rPr lang="en-GB" b="0" i="0" dirty="0">
                <a:solidFill>
                  <a:srgbClr val="555555"/>
                </a:solidFill>
                <a:effectLst/>
                <a:latin typeface="FrutigerLTW02"/>
              </a:rPr>
              <a:t>    IPv6-based fieldbus with cross-media communication</a:t>
            </a:r>
          </a:p>
          <a:p>
            <a:pPr fontAlgn="t"/>
            <a:r>
              <a:rPr lang="en-GB" b="1" i="0" dirty="0">
                <a:solidFill>
                  <a:srgbClr val="000000"/>
                </a:solidFill>
                <a:effectLst/>
                <a:latin typeface="FrutigerLTW02"/>
              </a:rPr>
              <a:t>Ideal combination of data rate and range for </a:t>
            </a:r>
            <a:r>
              <a:rPr lang="en-GB" b="1" i="0" dirty="0" err="1">
                <a:solidFill>
                  <a:srgbClr val="000000"/>
                </a:solidFill>
                <a:effectLst/>
                <a:latin typeface="FrutigerLTW02"/>
              </a:rPr>
              <a:t>IoT</a:t>
            </a:r>
            <a:r>
              <a:rPr lang="en-GB" b="1" i="0" dirty="0">
                <a:solidFill>
                  <a:srgbClr val="000000"/>
                </a:solidFill>
                <a:effectLst/>
                <a:latin typeface="FrutigerLTW02"/>
              </a:rPr>
              <a:t> applications</a:t>
            </a:r>
            <a:br>
              <a:rPr lang="en-GB" b="0" i="0" dirty="0">
                <a:solidFill>
                  <a:srgbClr val="555555"/>
                </a:solidFill>
                <a:effectLst/>
                <a:latin typeface="FrutigerLTW02"/>
              </a:rPr>
            </a:br>
            <a:r>
              <a:rPr lang="en-GB" b="0" i="0" dirty="0">
                <a:solidFill>
                  <a:srgbClr val="555555"/>
                </a:solidFill>
                <a:effectLst/>
                <a:latin typeface="FrutigerLTW02"/>
              </a:rPr>
              <a:t>    Data rate up to 1 Mbit / s with a range of up to 500 meters</a:t>
            </a:r>
          </a:p>
          <a:p>
            <a:pPr fontAlgn="t"/>
            <a:r>
              <a:rPr lang="en-GB" b="1" i="0" dirty="0">
                <a:solidFill>
                  <a:srgbClr val="000000"/>
                </a:solidFill>
                <a:effectLst/>
                <a:latin typeface="FrutigerLTW02"/>
              </a:rPr>
              <a:t>Real-time capability</a:t>
            </a:r>
            <a:br>
              <a:rPr lang="en-GB" b="1" i="0" dirty="0">
                <a:solidFill>
                  <a:srgbClr val="000000"/>
                </a:solidFill>
                <a:effectLst/>
                <a:latin typeface="FrutigerLTW02"/>
              </a:rPr>
            </a:br>
            <a:r>
              <a:rPr lang="en-GB" b="0" i="0" dirty="0">
                <a:solidFill>
                  <a:srgbClr val="555555"/>
                </a:solidFill>
                <a:effectLst/>
                <a:latin typeface="FrutigerLTW02"/>
              </a:rPr>
              <a:t>    By deterministic bus access method</a:t>
            </a:r>
          </a:p>
          <a:p>
            <a:pPr fontAlgn="t"/>
            <a:r>
              <a:rPr lang="en-GB" b="1" i="0" dirty="0">
                <a:solidFill>
                  <a:srgbClr val="000000"/>
                </a:solidFill>
                <a:effectLst/>
                <a:latin typeface="FrutigerLTW02"/>
              </a:rPr>
              <a:t>IPv6 capability of the end nodes</a:t>
            </a:r>
            <a:br>
              <a:rPr lang="en-GB" b="0" i="0" dirty="0">
                <a:solidFill>
                  <a:srgbClr val="555555"/>
                </a:solidFill>
                <a:effectLst/>
                <a:latin typeface="FrutigerLTW02"/>
              </a:rPr>
            </a:br>
            <a:r>
              <a:rPr lang="en-GB" b="0" i="0" dirty="0">
                <a:solidFill>
                  <a:srgbClr val="555555"/>
                </a:solidFill>
                <a:effectLst/>
                <a:latin typeface="FrutigerLTW02"/>
              </a:rPr>
              <a:t>    </a:t>
            </a:r>
            <a:r>
              <a:rPr lang="en-GB" b="0" i="0" dirty="0" err="1">
                <a:solidFill>
                  <a:srgbClr val="555555"/>
                </a:solidFill>
                <a:effectLst/>
                <a:latin typeface="FrutigerLTW02"/>
              </a:rPr>
              <a:t>IoT</a:t>
            </a:r>
            <a:r>
              <a:rPr lang="en-GB" b="0" i="0" dirty="0">
                <a:solidFill>
                  <a:srgbClr val="555555"/>
                </a:solidFill>
                <a:effectLst/>
                <a:latin typeface="FrutigerLTW02"/>
              </a:rPr>
              <a:t> capability by supporting Internet standards (6LoWPAN, UDP, IPv6, etc.)</a:t>
            </a:r>
          </a:p>
          <a:p>
            <a:pPr fontAlgn="t"/>
            <a:endParaRPr lang="en-GB" b="0" i="0" dirty="0">
              <a:solidFill>
                <a:srgbClr val="555555"/>
              </a:solidFill>
              <a:effectLst/>
              <a:latin typeface="FrutigerLTW02"/>
            </a:endParaRP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191" name="Title 1"/>
          <p:cNvSpPr>
            <a:spLocks noGrp="1"/>
          </p:cNvSpPr>
          <p:nvPr>
            <p:ph type="title"/>
          </p:nvPr>
        </p:nvSpPr>
        <p:spPr/>
        <p:txBody>
          <a:bodyPr/>
          <a:lstStyle/>
          <a:p>
            <a:r>
              <a:rPr lang="en-GB" b="0" i="0" dirty="0">
                <a:effectLst/>
                <a:latin typeface="FrutigerLTW02"/>
              </a:rPr>
              <a:t>Applications</a:t>
            </a:r>
            <a:br>
              <a:rPr lang="en-GB" b="0" i="0" dirty="0">
                <a:solidFill>
                  <a:srgbClr val="1F82C0"/>
                </a:solidFill>
                <a:effectLst/>
                <a:latin typeface="FrutigerLTW02"/>
              </a:rPr>
            </a:br>
            <a:endParaRPr lang="en-US" dirty="0"/>
          </a:p>
        </p:txBody>
      </p:sp>
      <p:sp>
        <p:nvSpPr>
          <p:cNvPr id="1050194" name="Content Placeholder 2"/>
          <p:cNvSpPr>
            <a:spLocks noGrp="1"/>
          </p:cNvSpPr>
          <p:nvPr/>
        </p:nvSpPr>
        <p:spPr>
          <a:xfrm>
            <a:off x="680321" y="2336873"/>
            <a:ext cx="9613861" cy="35993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9pPr>
          </a:lstStyle>
          <a:p>
            <a:pPr fontAlgn="t"/>
            <a:r>
              <a:rPr lang="en-GB" b="0" i="0" dirty="0">
                <a:solidFill>
                  <a:srgbClr val="000000"/>
                </a:solidFill>
                <a:effectLst/>
                <a:latin typeface="FrutigerLTW02"/>
              </a:rPr>
              <a:t>Communication between local resources, producers, consumers, even over long distances</a:t>
            </a:r>
          </a:p>
          <a:p>
            <a:pPr fontAlgn="t"/>
            <a:r>
              <a:rPr lang="en-GB" b="0" i="0" dirty="0">
                <a:solidFill>
                  <a:srgbClr val="000000"/>
                </a:solidFill>
                <a:effectLst/>
                <a:latin typeface="FrutigerLTW02"/>
              </a:rPr>
              <a:t>Optimization of energy flow and energy management</a:t>
            </a:r>
          </a:p>
          <a:p>
            <a:pPr fontAlgn="t"/>
            <a:r>
              <a:rPr lang="en-GB" b="0" i="0" dirty="0">
                <a:solidFill>
                  <a:srgbClr val="000000"/>
                </a:solidFill>
                <a:effectLst/>
                <a:latin typeface="FrutigerLTW02"/>
              </a:rPr>
              <a:t>Smart Building Automation</a:t>
            </a:r>
          </a:p>
          <a:p>
            <a:pPr fontAlgn="t"/>
            <a:r>
              <a:rPr lang="en-GB" b="0" i="0" dirty="0">
                <a:solidFill>
                  <a:srgbClr val="000000"/>
                </a:solidFill>
                <a:effectLst/>
                <a:latin typeface="FrutigerLTW02"/>
              </a:rPr>
              <a:t>Communication for </a:t>
            </a:r>
            <a:r>
              <a:rPr lang="en-GB" b="0" i="0" dirty="0" err="1">
                <a:solidFill>
                  <a:srgbClr val="000000"/>
                </a:solidFill>
                <a:effectLst/>
                <a:latin typeface="FrutigerLTW02"/>
              </a:rPr>
              <a:t>inhouse</a:t>
            </a:r>
            <a:r>
              <a:rPr lang="en-GB" b="0" i="0" dirty="0">
                <a:solidFill>
                  <a:srgbClr val="000000"/>
                </a:solidFill>
                <a:effectLst/>
                <a:latin typeface="FrutigerLTW02"/>
              </a:rPr>
              <a:t> Grid Control (DC and AC)</a:t>
            </a:r>
          </a:p>
          <a:p>
            <a:pPr fontAlgn="t"/>
            <a:r>
              <a:rPr lang="en-GB" b="0" i="0" dirty="0">
                <a:solidFill>
                  <a:srgbClr val="000000"/>
                </a:solidFill>
                <a:effectLst/>
                <a:latin typeface="FrutigerLTW02"/>
              </a:rPr>
              <a:t>Direct connection of system components to the Internet of Energy</a:t>
            </a:r>
          </a:p>
          <a:p>
            <a:pPr fontAlgn="t"/>
            <a:r>
              <a:rPr lang="en-GB" b="0" i="0" dirty="0">
                <a:solidFill>
                  <a:srgbClr val="000000"/>
                </a:solidFill>
                <a:effectLst/>
                <a:latin typeface="FrutigerLTW02"/>
              </a:rPr>
              <a:t>Integration of smart meters (for local communication)</a:t>
            </a:r>
          </a:p>
          <a:p>
            <a:pPr fontAlgn="t"/>
            <a:r>
              <a:rPr lang="en-GB" b="0" i="0" dirty="0">
                <a:solidFill>
                  <a:srgbClr val="000000"/>
                </a:solidFill>
                <a:effectLst/>
                <a:latin typeface="FrutigerLTW02"/>
              </a:rPr>
              <a:t>Connection of system components at the Internet of Things</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200" name="Title 1"/>
          <p:cNvSpPr>
            <a:spLocks noGrp="1"/>
          </p:cNvSpPr>
          <p:nvPr>
            <p:ph type="title"/>
          </p:nvPr>
        </p:nvSpPr>
        <p:spPr/>
        <p:txBody>
          <a:bodyPr/>
          <a:lstStyle/>
          <a:p>
            <a:r>
              <a:rPr lang="en-GB" b="0" i="0" dirty="0">
                <a:solidFill>
                  <a:srgbClr val="FFFFFF"/>
                </a:solidFill>
                <a:effectLst/>
                <a:latin typeface="FrutigerLTW02"/>
              </a:rPr>
              <a:t>CAN Range Extender</a:t>
            </a:r>
            <a:br>
              <a:rPr lang="en-GB" b="0" i="0" dirty="0">
                <a:solidFill>
                  <a:srgbClr val="FFFFFF"/>
                </a:solidFill>
                <a:effectLst/>
                <a:latin typeface="FrutigerLTW02"/>
              </a:rPr>
            </a:br>
            <a:endParaRPr lang="en-US" dirty="0"/>
          </a:p>
        </p:txBody>
      </p:sp>
      <p:sp>
        <p:nvSpPr>
          <p:cNvPr id="1050203" name="Content Placeholder 2"/>
          <p:cNvSpPr>
            <a:spLocks noGrp="1"/>
          </p:cNvSpPr>
          <p:nvPr/>
        </p:nvSpPr>
        <p:spPr>
          <a:xfrm>
            <a:off x="680321" y="2336873"/>
            <a:ext cx="9613861" cy="35993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rgbClr val="FFFFFF"/>
                </a:solidFill>
                <a:latin typeface="+mn-lt"/>
                <a:ea typeface="+mn-ea"/>
                <a:cs typeface="+mn-cs"/>
              </a:defRPr>
            </a:lvl9pPr>
          </a:lstStyle>
          <a:p>
            <a:r>
              <a:rPr lang="en-GB" b="0" i="0" dirty="0">
                <a:solidFill>
                  <a:srgbClr val="000000"/>
                </a:solidFill>
                <a:effectLst/>
                <a:latin typeface="FrutigerLTW02"/>
              </a:rPr>
              <a:t>With its data container concept it is possible to transfer various protocols. </a:t>
            </a:r>
            <a:endParaRPr lang="en-US" b="0" i="0" dirty="0">
              <a:solidFill>
                <a:srgbClr val="000000"/>
              </a:solidFill>
              <a:effectLst/>
              <a:latin typeface="FrutigerLTW02"/>
            </a:endParaRPr>
          </a:p>
          <a:p>
            <a:r>
              <a:rPr lang="en-GB" b="0" i="0" dirty="0">
                <a:solidFill>
                  <a:srgbClr val="000000"/>
                </a:solidFill>
                <a:effectLst/>
                <a:latin typeface="FrutigerLTW02"/>
              </a:rPr>
              <a:t>This allows the </a:t>
            </a:r>
            <a:r>
              <a:rPr lang="en-GB" b="0" i="0" dirty="0" err="1">
                <a:solidFill>
                  <a:srgbClr val="000000"/>
                </a:solidFill>
                <a:effectLst/>
                <a:latin typeface="FrutigerLTW02"/>
              </a:rPr>
              <a:t>IoT</a:t>
            </a:r>
            <a:r>
              <a:rPr lang="en-GB" b="0" i="0" dirty="0">
                <a:solidFill>
                  <a:srgbClr val="000000"/>
                </a:solidFill>
                <a:effectLst/>
                <a:latin typeface="FrutigerLTW02"/>
              </a:rPr>
              <a:t>-Bus to be used as a range extender. </a:t>
            </a:r>
            <a:endParaRPr lang="en-US" b="0" i="0" dirty="0">
              <a:solidFill>
                <a:srgbClr val="000000"/>
              </a:solidFill>
              <a:effectLst/>
              <a:latin typeface="FrutigerLTW02"/>
            </a:endParaRPr>
          </a:p>
          <a:p>
            <a:r>
              <a:rPr lang="en-GB" b="0" i="0" dirty="0">
                <a:solidFill>
                  <a:srgbClr val="000000"/>
                </a:solidFill>
                <a:effectLst/>
                <a:latin typeface="FrutigerLTW02"/>
              </a:rPr>
              <a:t>This function is already available for the CAN protocol. </a:t>
            </a:r>
            <a:endParaRPr lang="en-US" b="0" i="0" dirty="0">
              <a:solidFill>
                <a:srgbClr val="000000"/>
              </a:solidFill>
              <a:effectLst/>
              <a:latin typeface="FrutigerLTW02"/>
            </a:endParaRPr>
          </a:p>
          <a:p>
            <a:r>
              <a:rPr lang="en-GB" b="0" i="0" dirty="0">
                <a:solidFill>
                  <a:srgbClr val="000000"/>
                </a:solidFill>
                <a:effectLst/>
                <a:latin typeface="FrutigerLTW02"/>
              </a:rPr>
              <a:t>A packet filter can be used to select which messages are to be transferred from one CAN domain to another</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209" name="Title 1"/>
          <p:cNvSpPr>
            <a:spLocks noGrp="1"/>
          </p:cNvSpPr>
          <p:nvPr>
            <p:ph type="title"/>
          </p:nvPr>
        </p:nvSpPr>
        <p:spPr/>
        <p:txBody>
          <a:bodyPr>
            <a:normAutofit fontScale="90000"/>
          </a:bodyPr>
          <a:lstStyle/>
          <a:p>
            <a:r>
              <a:rPr lang="en-US" dirty="0"/>
              <a:t>develop a python script on the </a:t>
            </a:r>
            <a:r>
              <a:rPr lang="en-US" dirty="0" err="1"/>
              <a:t>iot</a:t>
            </a:r>
            <a:r>
              <a:rPr lang="en-US" dirty="0"/>
              <a:t> sensors to send real-time location and ridership data to the transit information platform</a:t>
            </a:r>
          </a:p>
        </p:txBody>
      </p:sp>
      <p:sp>
        <p:nvSpPr>
          <p:cNvPr id="1050210" name="Content Placeholder 2"/>
          <p:cNvSpPr>
            <a:spLocks noGrp="1"/>
          </p:cNvSpPr>
          <p:nvPr>
            <p:ph idx="1"/>
          </p:nvPr>
        </p:nvSpPr>
        <p:spPr/>
        <p:txBody>
          <a:bodyPr>
            <a:noAutofit/>
          </a:bodyPr>
          <a:lstStyle/>
          <a:p>
            <a:r>
              <a:rPr lang="en-GB" sz="1600" b="0" i="0" dirty="0">
                <a:solidFill>
                  <a:srgbClr val="AA0D91"/>
                </a:solidFill>
                <a:effectLst/>
                <a:latin typeface="source-code-pro"/>
              </a:rPr>
              <a:t>import</a:t>
            </a:r>
            <a:r>
              <a:rPr lang="en-GB" sz="1600" b="0" i="0" dirty="0">
                <a:solidFill>
                  <a:srgbClr val="242424"/>
                </a:solidFill>
                <a:effectLst/>
                <a:latin typeface="source-code-pro"/>
              </a:rPr>
              <a:t> </a:t>
            </a:r>
            <a:r>
              <a:rPr lang="en-GB" sz="1600" b="0" i="0" dirty="0" err="1">
                <a:solidFill>
                  <a:srgbClr val="242424"/>
                </a:solidFill>
                <a:effectLst/>
                <a:latin typeface="source-code-pro"/>
              </a:rPr>
              <a:t>tkinter</a:t>
            </a:r>
            <a:r>
              <a:rPr lang="en-GB" sz="1600" b="0" i="0" dirty="0">
                <a:solidFill>
                  <a:srgbClr val="242424"/>
                </a:solidFill>
                <a:effectLst/>
                <a:latin typeface="source-code-pro"/>
              </a:rPr>
              <a:t> </a:t>
            </a:r>
            <a:r>
              <a:rPr lang="en-GB" sz="1600" b="0" i="0" dirty="0">
                <a:solidFill>
                  <a:srgbClr val="AA0D91"/>
                </a:solidFill>
                <a:effectLst/>
                <a:latin typeface="source-code-pro"/>
              </a:rPr>
              <a:t>as</a:t>
            </a:r>
            <a:r>
              <a:rPr lang="en-GB" sz="1600" b="0" i="0" dirty="0">
                <a:solidFill>
                  <a:srgbClr val="242424"/>
                </a:solidFill>
                <a:effectLst/>
                <a:latin typeface="source-code-pro"/>
              </a:rPr>
              <a:t> </a:t>
            </a:r>
            <a:r>
              <a:rPr lang="en-GB" sz="1600" b="0" i="0" dirty="0" err="1">
                <a:solidFill>
                  <a:srgbClr val="242424"/>
                </a:solidFill>
                <a:effectLst/>
                <a:latin typeface="source-code-pro"/>
              </a:rPr>
              <a:t>tk</a:t>
            </a:r>
            <a:br>
              <a:rPr lang="en-GB" sz="1600" dirty="0"/>
            </a:br>
            <a:r>
              <a:rPr lang="en-GB" sz="1600" b="0" i="0" dirty="0">
                <a:solidFill>
                  <a:srgbClr val="AA0D91"/>
                </a:solidFill>
                <a:effectLst/>
                <a:latin typeface="source-code-pro"/>
              </a:rPr>
              <a:t>import</a:t>
            </a:r>
            <a:r>
              <a:rPr lang="en-GB" sz="1600" b="0" i="0" dirty="0">
                <a:solidFill>
                  <a:srgbClr val="242424"/>
                </a:solidFill>
                <a:effectLst/>
                <a:latin typeface="source-code-pro"/>
              </a:rPr>
              <a:t> requests</a:t>
            </a:r>
            <a:br>
              <a:rPr lang="en-GB" sz="1600" dirty="0"/>
            </a:br>
            <a:br>
              <a:rPr lang="en-GB" sz="1600" dirty="0"/>
            </a:br>
            <a:r>
              <a:rPr lang="en-GB" sz="1600" b="0" i="0" dirty="0" err="1">
                <a:solidFill>
                  <a:srgbClr val="AA0D91"/>
                </a:solidFill>
                <a:effectLst/>
                <a:latin typeface="source-code-pro"/>
              </a:rPr>
              <a:t>def</a:t>
            </a:r>
            <a:r>
              <a:rPr lang="en-GB" sz="1600" b="0" i="0" dirty="0">
                <a:solidFill>
                  <a:srgbClr val="242424"/>
                </a:solidFill>
                <a:effectLst/>
                <a:latin typeface="source-code-pro"/>
              </a:rPr>
              <a:t> </a:t>
            </a:r>
            <a:r>
              <a:rPr lang="en-GB" sz="1600" b="0" i="0" dirty="0" err="1">
                <a:solidFill>
                  <a:srgbClr val="242424"/>
                </a:solidFill>
                <a:effectLst/>
                <a:latin typeface="source-code-pro"/>
              </a:rPr>
              <a:t>get_route_info</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current_location</a:t>
            </a:r>
            <a:r>
              <a:rPr lang="en-GB" sz="1600" b="0" i="0" dirty="0">
                <a:solidFill>
                  <a:srgbClr val="242424"/>
                </a:solidFill>
                <a:effectLst/>
                <a:latin typeface="source-code-pro"/>
              </a:rPr>
              <a:t> = </a:t>
            </a:r>
            <a:r>
              <a:rPr lang="en-GB" sz="1600" b="0" i="0" dirty="0" err="1">
                <a:solidFill>
                  <a:srgbClr val="242424"/>
                </a:solidFill>
                <a:effectLst/>
                <a:latin typeface="source-code-pro"/>
              </a:rPr>
              <a:t>current_location_entry.get</a:t>
            </a:r>
            <a:r>
              <a:rPr lang="en-GB" sz="1600" b="0" i="0" dirty="0">
                <a:solidFill>
                  <a:srgbClr val="242424"/>
                </a:solidFill>
                <a:effectLst/>
                <a:latin typeface="source-code-pro"/>
              </a:rPr>
              <a:t>()</a:t>
            </a:r>
            <a:br>
              <a:rPr lang="en-GB" sz="1600" dirty="0"/>
            </a:br>
            <a:r>
              <a:rPr lang="en-GB" sz="1600" b="0" i="0" dirty="0">
                <a:solidFill>
                  <a:srgbClr val="242424"/>
                </a:solidFill>
                <a:effectLst/>
                <a:latin typeface="source-code-pro"/>
              </a:rPr>
              <a:t>destination = </a:t>
            </a:r>
            <a:r>
              <a:rPr lang="en-GB" sz="1600" b="0" i="0" dirty="0" err="1">
                <a:solidFill>
                  <a:srgbClr val="242424"/>
                </a:solidFill>
                <a:effectLst/>
                <a:latin typeface="source-code-pro"/>
              </a:rPr>
              <a:t>destination_entry.get</a:t>
            </a:r>
            <a:r>
              <a:rPr lang="en-GB" sz="1600" b="0" i="0" dirty="0">
                <a:solidFill>
                  <a:srgbClr val="242424"/>
                </a:solidFill>
                <a:effectLst/>
                <a:latin typeface="source-code-pro"/>
              </a:rPr>
              <a:t>()</a:t>
            </a:r>
            <a:br>
              <a:rPr lang="en-GB" sz="1600" dirty="0"/>
            </a:br>
            <a:br>
              <a:rPr lang="en-GB" sz="1600" dirty="0"/>
            </a:br>
            <a:r>
              <a:rPr lang="en-GB" sz="1600" b="0" i="0" dirty="0">
                <a:solidFill>
                  <a:srgbClr val="007400"/>
                </a:solidFill>
                <a:effectLst/>
                <a:latin typeface="source-code-pro"/>
              </a:rPr>
              <a:t># send a request to the bus route API to retrieve the route and arrival time</a:t>
            </a:r>
            <a:br>
              <a:rPr lang="en-GB" sz="1600" dirty="0"/>
            </a:br>
            <a:r>
              <a:rPr lang="en-GB" sz="1600" b="0" i="0" dirty="0" err="1">
                <a:solidFill>
                  <a:srgbClr val="242424"/>
                </a:solidFill>
                <a:effectLst/>
                <a:latin typeface="source-code-pro"/>
              </a:rPr>
              <a:t>route_info</a:t>
            </a:r>
            <a:r>
              <a:rPr lang="en-GB" sz="1600" b="0" i="0" dirty="0">
                <a:solidFill>
                  <a:srgbClr val="242424"/>
                </a:solidFill>
                <a:effectLst/>
                <a:latin typeface="source-code-pro"/>
              </a:rPr>
              <a:t> = </a:t>
            </a:r>
            <a:r>
              <a:rPr lang="en-GB" sz="1600" b="0" i="0" dirty="0" err="1">
                <a:solidFill>
                  <a:srgbClr val="242424"/>
                </a:solidFill>
                <a:effectLst/>
                <a:latin typeface="source-code-pro"/>
              </a:rPr>
              <a:t>requests.get</a:t>
            </a:r>
            <a:r>
              <a:rPr lang="en-GB" sz="1600" b="0" i="0" dirty="0">
                <a:solidFill>
                  <a:srgbClr val="242424"/>
                </a:solidFill>
                <a:effectLst/>
                <a:latin typeface="source-code-pro"/>
              </a:rPr>
              <a:t>(</a:t>
            </a:r>
            <a:r>
              <a:rPr lang="en-GB" sz="1600" b="0" i="0" dirty="0" err="1">
                <a:solidFill>
                  <a:srgbClr val="C41A16"/>
                </a:solidFill>
                <a:effectLst/>
                <a:latin typeface="source-code-pro"/>
              </a:rPr>
              <a:t>f"https</a:t>
            </a:r>
            <a:r>
              <a:rPr lang="en-GB" sz="1600" b="0" i="0" dirty="0">
                <a:solidFill>
                  <a:srgbClr val="C41A16"/>
                </a:solidFill>
                <a:effectLst/>
                <a:latin typeface="source-code-pro"/>
              </a:rPr>
              <a:t>://</a:t>
            </a:r>
            <a:r>
              <a:rPr lang="en-GB" sz="1600" b="0" i="0" dirty="0" err="1">
                <a:solidFill>
                  <a:srgbClr val="C41A16"/>
                </a:solidFill>
                <a:effectLst/>
                <a:latin typeface="source-code-pro"/>
              </a:rPr>
              <a:t>api.busroute.com?origin</a:t>
            </a:r>
            <a:r>
              <a:rPr lang="en-GB" sz="1600" b="0" i="0" dirty="0">
                <a:solidFill>
                  <a:srgbClr val="C41A16"/>
                </a:solidFill>
                <a:effectLst/>
                <a:latin typeface="source-code-pro"/>
              </a:rPr>
              <a:t>=</a:t>
            </a:r>
            <a:r>
              <a:rPr lang="en-GB" sz="1600" b="0" i="0" dirty="0">
                <a:solidFill>
                  <a:srgbClr val="000000"/>
                </a:solidFill>
                <a:effectLst/>
                <a:latin typeface="source-code-pro"/>
              </a:rPr>
              <a:t>{</a:t>
            </a:r>
            <a:r>
              <a:rPr lang="en-GB" sz="1600" b="0" i="0" dirty="0" err="1">
                <a:solidFill>
                  <a:srgbClr val="000000"/>
                </a:solidFill>
                <a:effectLst/>
                <a:latin typeface="source-code-pro"/>
              </a:rPr>
              <a:t>current_location</a:t>
            </a:r>
            <a:r>
              <a:rPr lang="en-GB" sz="1600" b="0" i="0" dirty="0">
                <a:solidFill>
                  <a:srgbClr val="000000"/>
                </a:solidFill>
                <a:effectLst/>
                <a:latin typeface="source-code-pro"/>
              </a:rPr>
              <a:t>}</a:t>
            </a:r>
            <a:r>
              <a:rPr lang="en-GB" sz="1600" b="0" i="0" dirty="0">
                <a:solidFill>
                  <a:srgbClr val="C41A16"/>
                </a:solidFill>
                <a:effectLst/>
                <a:latin typeface="source-code-pro"/>
              </a:rPr>
              <a:t>&amp;destination=</a:t>
            </a:r>
            <a:r>
              <a:rPr lang="en-GB" sz="1600" b="0" i="0" dirty="0">
                <a:solidFill>
                  <a:srgbClr val="000000"/>
                </a:solidFill>
                <a:effectLst/>
                <a:latin typeface="source-code-pro"/>
              </a:rPr>
              <a:t>{destination}</a:t>
            </a:r>
            <a:r>
              <a:rPr lang="en-GB" sz="1600" b="0" i="0" dirty="0">
                <a:solidFill>
                  <a:srgbClr val="C41A16"/>
                </a:solidFill>
                <a:effectLst/>
                <a:latin typeface="source-code-pro"/>
              </a:rPr>
              <a:t>"</a:t>
            </a:r>
            <a:r>
              <a:rPr lang="en-GB" sz="1600" b="0" i="0" dirty="0">
                <a:solidFill>
                  <a:srgbClr val="242424"/>
                </a:solidFill>
                <a:effectLst/>
                <a:latin typeface="source-code-pro"/>
              </a:rPr>
              <a:t>)</a:t>
            </a:r>
            <a:br>
              <a:rPr lang="en-GB" sz="1600" dirty="0"/>
            </a:br>
            <a:br>
              <a:rPr lang="en-GB" sz="1600" dirty="0"/>
            </a:br>
            <a:r>
              <a:rPr lang="en-GB" sz="1600" b="0" i="0" dirty="0">
                <a:solidFill>
                  <a:srgbClr val="007400"/>
                </a:solidFill>
                <a:effectLst/>
                <a:latin typeface="source-code-pro"/>
              </a:rPr>
              <a:t># extract the route and arrival time from the response</a:t>
            </a:r>
            <a:br>
              <a:rPr lang="en-GB" sz="1600" dirty="0"/>
            </a:br>
            <a:r>
              <a:rPr lang="en-GB" sz="1600" b="0" i="0" dirty="0">
                <a:solidFill>
                  <a:srgbClr val="242424"/>
                </a:solidFill>
                <a:effectLst/>
                <a:latin typeface="source-code-pro"/>
              </a:rPr>
              <a:t>route = </a:t>
            </a:r>
            <a:r>
              <a:rPr lang="en-GB" sz="1600" b="0" i="0" dirty="0" err="1">
                <a:solidFill>
                  <a:srgbClr val="242424"/>
                </a:solidFill>
                <a:effectLst/>
                <a:latin typeface="source-code-pro"/>
              </a:rPr>
              <a:t>route_info</a:t>
            </a:r>
            <a:r>
              <a:rPr lang="en-GB" sz="1600" b="0" i="0" dirty="0">
                <a:solidFill>
                  <a:srgbClr val="242424"/>
                </a:solidFill>
                <a:effectLst/>
                <a:latin typeface="source-code-pro"/>
              </a:rPr>
              <a:t>[</a:t>
            </a:r>
            <a:r>
              <a:rPr lang="en-GB" sz="1600" b="0" i="0" dirty="0">
                <a:solidFill>
                  <a:srgbClr val="C41A16"/>
                </a:solidFill>
                <a:effectLst/>
                <a:latin typeface="source-code-pro"/>
              </a:rPr>
              <a:t>"route"</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arrival_time</a:t>
            </a:r>
            <a:r>
              <a:rPr lang="en-GB" sz="1600" b="0" i="0" dirty="0">
                <a:solidFill>
                  <a:srgbClr val="242424"/>
                </a:solidFill>
                <a:effectLst/>
                <a:latin typeface="source-code-pro"/>
              </a:rPr>
              <a:t> = </a:t>
            </a:r>
            <a:r>
              <a:rPr lang="en-GB" sz="1600" b="0" i="0" dirty="0" err="1">
                <a:solidFill>
                  <a:srgbClr val="242424"/>
                </a:solidFill>
                <a:effectLst/>
                <a:latin typeface="source-code-pro"/>
              </a:rPr>
              <a:t>route_info</a:t>
            </a:r>
            <a:r>
              <a:rPr lang="en-GB" sz="1600" b="0" i="0" dirty="0">
                <a:solidFill>
                  <a:srgbClr val="242424"/>
                </a:solidFill>
                <a:effectLst/>
                <a:latin typeface="source-code-pro"/>
              </a:rPr>
              <a:t>[</a:t>
            </a:r>
            <a:r>
              <a:rPr lang="en-GB" sz="1600" b="0" i="0" dirty="0">
                <a:solidFill>
                  <a:srgbClr val="C41A16"/>
                </a:solidFill>
                <a:effectLst/>
                <a:latin typeface="source-code-pro"/>
              </a:rPr>
              <a:t>"</a:t>
            </a:r>
            <a:r>
              <a:rPr lang="en-GB" sz="1600" b="0" i="0" dirty="0" err="1">
                <a:solidFill>
                  <a:srgbClr val="C41A16"/>
                </a:solidFill>
                <a:effectLst/>
                <a:latin typeface="source-code-pro"/>
              </a:rPr>
              <a:t>arrival_time</a:t>
            </a:r>
            <a:r>
              <a:rPr lang="en-GB" sz="1600" b="0" i="0" dirty="0">
                <a:solidFill>
                  <a:srgbClr val="C41A16"/>
                </a:solidFill>
                <a:effectLst/>
                <a:latin typeface="source-code-pro"/>
              </a:rPr>
              <a:t>"</a:t>
            </a:r>
            <a:r>
              <a:rPr lang="en-GB" sz="1600" b="0" i="0" dirty="0">
                <a:solidFill>
                  <a:srgbClr val="242424"/>
                </a:solidFill>
                <a:effectLst/>
                <a:latin typeface="source-code-pro"/>
              </a:rPr>
              <a:t>]</a:t>
            </a:r>
            <a:br>
              <a:rPr lang="en-GB" sz="1600" dirty="0"/>
            </a:br>
            <a:br>
              <a:rPr lang="en-GB" sz="1600" dirty="0"/>
            </a:br>
            <a:r>
              <a:rPr lang="en-GB" sz="1600" b="0" i="0" dirty="0">
                <a:solidFill>
                  <a:srgbClr val="007400"/>
                </a:solidFill>
                <a:effectLst/>
                <a:latin typeface="source-code-pro"/>
              </a:rPr>
              <a:t># display the route and arrival time in the results label</a:t>
            </a:r>
            <a:br>
              <a:rPr lang="en-GB" sz="1600" dirty="0"/>
            </a:br>
            <a:r>
              <a:rPr lang="en-GB" sz="1600" b="0" i="0" dirty="0" err="1">
                <a:solidFill>
                  <a:srgbClr val="242424"/>
                </a:solidFill>
                <a:effectLst/>
                <a:latin typeface="source-code-pro"/>
              </a:rPr>
              <a:t>results_label</a:t>
            </a:r>
            <a:r>
              <a:rPr lang="en-GB" sz="1600" b="0" i="0" dirty="0">
                <a:solidFill>
                  <a:srgbClr val="242424"/>
                </a:solidFill>
                <a:effectLst/>
                <a:latin typeface="source-code-pro"/>
              </a:rPr>
              <a:t>[</a:t>
            </a:r>
            <a:r>
              <a:rPr lang="en-GB" sz="1600" b="0" i="0" dirty="0">
                <a:solidFill>
                  <a:srgbClr val="C41A16"/>
                </a:solidFill>
                <a:effectLst/>
                <a:latin typeface="source-code-pro"/>
              </a:rPr>
              <a:t>"text"</a:t>
            </a:r>
            <a:r>
              <a:rPr lang="en-GB" sz="1600" b="0" i="0" dirty="0">
                <a:solidFill>
                  <a:srgbClr val="242424"/>
                </a:solidFill>
                <a:effectLst/>
                <a:latin typeface="source-code-pro"/>
              </a:rPr>
              <a:t>] = </a:t>
            </a:r>
            <a:r>
              <a:rPr lang="en-GB" sz="1600" b="0" i="0" dirty="0" err="1">
                <a:solidFill>
                  <a:srgbClr val="C41A16"/>
                </a:solidFill>
                <a:effectLst/>
                <a:latin typeface="source-code-pro"/>
              </a:rPr>
              <a:t>f"Route</a:t>
            </a:r>
            <a:r>
              <a:rPr lang="en-GB" sz="1600" b="0" i="0" dirty="0">
                <a:solidFill>
                  <a:srgbClr val="C41A16"/>
                </a:solidFill>
                <a:effectLst/>
                <a:latin typeface="source-code-pro"/>
              </a:rPr>
              <a:t>: </a:t>
            </a:r>
            <a:r>
              <a:rPr lang="en-GB" sz="1600" b="0" i="0" dirty="0">
                <a:solidFill>
                  <a:srgbClr val="000000"/>
                </a:solidFill>
                <a:effectLst/>
                <a:latin typeface="source-code-pro"/>
              </a:rPr>
              <a:t>{route}</a:t>
            </a:r>
            <a:r>
              <a:rPr lang="en-GB" sz="1600" b="0" i="0" dirty="0">
                <a:solidFill>
                  <a:srgbClr val="C41A16"/>
                </a:solidFill>
                <a:effectLst/>
                <a:latin typeface="source-code-pro"/>
              </a:rPr>
              <a:t>\</a:t>
            </a:r>
            <a:r>
              <a:rPr lang="en-GB" sz="1600" b="0" i="0" dirty="0" err="1">
                <a:solidFill>
                  <a:srgbClr val="C41A16"/>
                </a:solidFill>
                <a:effectLst/>
                <a:latin typeface="source-code-pro"/>
              </a:rPr>
              <a:t>nEstimated</a:t>
            </a:r>
            <a:r>
              <a:rPr lang="en-GB" sz="1600" b="0" i="0" dirty="0">
                <a:solidFill>
                  <a:srgbClr val="C41A16"/>
                </a:solidFill>
                <a:effectLst/>
                <a:latin typeface="source-code-pro"/>
              </a:rPr>
              <a:t> Arrival Time: </a:t>
            </a:r>
            <a:r>
              <a:rPr lang="en-GB" sz="1600" b="0" i="0" dirty="0">
                <a:solidFill>
                  <a:srgbClr val="000000"/>
                </a:solidFill>
                <a:effectLst/>
                <a:latin typeface="source-code-pro"/>
              </a:rPr>
              <a:t>{</a:t>
            </a:r>
            <a:r>
              <a:rPr lang="en-GB" sz="1600" b="0" i="0" dirty="0" err="1">
                <a:solidFill>
                  <a:srgbClr val="000000"/>
                </a:solidFill>
                <a:effectLst/>
                <a:latin typeface="source-code-pro"/>
              </a:rPr>
              <a:t>arrival_time</a:t>
            </a:r>
            <a:r>
              <a:rPr lang="en-GB" sz="1600" b="0" i="0" dirty="0">
                <a:solidFill>
                  <a:srgbClr val="000000"/>
                </a:solidFill>
                <a:effectLst/>
                <a:latin typeface="source-code-pro"/>
              </a:rPr>
              <a:t>}</a:t>
            </a:r>
            <a:r>
              <a:rPr lang="en-GB" sz="1600" b="0" i="0" dirty="0">
                <a:solidFill>
                  <a:srgbClr val="C41A16"/>
                </a:solidFill>
                <a:effectLst/>
                <a:latin typeface="source-code-pro"/>
              </a:rPr>
              <a:t>"</a:t>
            </a:r>
            <a:br>
              <a:rPr lang="en-GB" sz="1600" dirty="0"/>
            </a:br>
            <a:br>
              <a:rPr lang="en-GB" sz="1600" dirty="0"/>
            </a:br>
            <a:r>
              <a:rPr lang="en-GB" sz="1600" b="0" i="0" dirty="0">
                <a:solidFill>
                  <a:srgbClr val="007400"/>
                </a:solidFill>
                <a:effectLst/>
                <a:latin typeface="source-code-pro"/>
              </a:rPr>
              <a:t># create the main window</a:t>
            </a:r>
            <a:br>
              <a:rPr lang="en-GB" sz="1600" dirty="0"/>
            </a:br>
            <a:r>
              <a:rPr lang="en-GB" sz="1600" b="0" i="0" dirty="0" err="1">
                <a:solidFill>
                  <a:srgbClr val="242424"/>
                </a:solidFill>
                <a:effectLst/>
                <a:latin typeface="source-code-pro"/>
              </a:rPr>
              <a:t>window</a:t>
            </a:r>
            <a:r>
              <a:rPr lang="en-GB" sz="1600" b="0" i="0" dirty="0">
                <a:solidFill>
                  <a:srgbClr val="242424"/>
                </a:solidFill>
                <a:effectLst/>
                <a:latin typeface="source-code-pro"/>
              </a:rPr>
              <a:t> = </a:t>
            </a:r>
            <a:r>
              <a:rPr lang="en-GB" sz="1600" b="0" i="0" dirty="0" err="1">
                <a:solidFill>
                  <a:srgbClr val="242424"/>
                </a:solidFill>
                <a:effectLst/>
                <a:latin typeface="source-code-pro"/>
              </a:rPr>
              <a:t>tk.Tk</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window.title</a:t>
            </a:r>
            <a:r>
              <a:rPr lang="en-GB" sz="1600" b="0" i="0" dirty="0">
                <a:solidFill>
                  <a:srgbClr val="242424"/>
                </a:solidFill>
                <a:effectLst/>
                <a:latin typeface="source-code-pro"/>
              </a:rPr>
              <a:t>(</a:t>
            </a:r>
            <a:r>
              <a:rPr lang="en-GB" sz="1600" b="0" i="0" dirty="0">
                <a:solidFill>
                  <a:srgbClr val="C41A16"/>
                </a:solidFill>
                <a:effectLst/>
                <a:latin typeface="source-code-pro"/>
              </a:rPr>
              <a:t>"Bus Route App"</a:t>
            </a:r>
            <a:r>
              <a:rPr lang="en-GB" sz="1600" b="0" i="0" dirty="0">
                <a:solidFill>
                  <a:srgbClr val="242424"/>
                </a:solidFill>
                <a:effectLst/>
                <a:latin typeface="source-code-pro"/>
              </a:rPr>
              <a:t>)</a:t>
            </a:r>
            <a:br>
              <a:rPr lang="en-GB" sz="1600" dirty="0"/>
            </a:br>
            <a:br>
              <a:rPr lang="en-GB" sz="1600" dirty="0"/>
            </a:br>
            <a:endParaRPr lang="en-US" sz="1600" dirty="0"/>
          </a:p>
        </p:txBody>
      </p:sp>
    </p:spTree>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218" name="Content Placeholder 2"/>
          <p:cNvSpPr>
            <a:spLocks noGrp="1"/>
          </p:cNvSpPr>
          <p:nvPr>
            <p:ph idx="1"/>
          </p:nvPr>
        </p:nvSpPr>
        <p:spPr/>
        <p:txBody>
          <a:bodyPr>
            <a:noAutofit/>
          </a:bodyPr>
          <a:lstStyle/>
          <a:p>
            <a:r>
              <a:rPr lang="en-GB" sz="1600" b="0" i="0" dirty="0">
                <a:solidFill>
                  <a:srgbClr val="007400"/>
                </a:solidFill>
                <a:effectLst/>
                <a:latin typeface="source-code-pro"/>
              </a:rPr>
              <a:t># create the input fields and buttons</a:t>
            </a:r>
            <a:br>
              <a:rPr lang="en-GB" sz="1600" dirty="0"/>
            </a:br>
            <a:r>
              <a:rPr lang="en-GB" sz="1600" b="0" i="0" dirty="0" err="1">
                <a:solidFill>
                  <a:srgbClr val="242424"/>
                </a:solidFill>
                <a:effectLst/>
                <a:latin typeface="source-code-pro"/>
              </a:rPr>
              <a:t>current_location_label</a:t>
            </a:r>
            <a:r>
              <a:rPr lang="en-GB" sz="1600" b="0" i="0" dirty="0">
                <a:solidFill>
                  <a:srgbClr val="242424"/>
                </a:solidFill>
                <a:effectLst/>
                <a:latin typeface="source-code-pro"/>
              </a:rPr>
              <a:t> = </a:t>
            </a:r>
            <a:r>
              <a:rPr lang="en-GB" sz="1600" b="0" i="0" dirty="0" err="1">
                <a:solidFill>
                  <a:srgbClr val="242424"/>
                </a:solidFill>
                <a:effectLst/>
                <a:latin typeface="source-code-pro"/>
              </a:rPr>
              <a:t>tk.Label</a:t>
            </a:r>
            <a:r>
              <a:rPr lang="en-GB" sz="1600" b="0" i="0" dirty="0">
                <a:solidFill>
                  <a:srgbClr val="242424"/>
                </a:solidFill>
                <a:effectLst/>
                <a:latin typeface="source-code-pro"/>
              </a:rPr>
              <a:t>(text=</a:t>
            </a:r>
            <a:r>
              <a:rPr lang="en-GB" sz="1600" b="0" i="0" dirty="0">
                <a:solidFill>
                  <a:srgbClr val="C41A16"/>
                </a:solidFill>
                <a:effectLst/>
                <a:latin typeface="source-code-pro"/>
              </a:rPr>
              <a:t>"Current Location:"</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current_location_entry</a:t>
            </a:r>
            <a:r>
              <a:rPr lang="en-GB" sz="1600" b="0" i="0" dirty="0">
                <a:solidFill>
                  <a:srgbClr val="242424"/>
                </a:solidFill>
                <a:effectLst/>
                <a:latin typeface="source-code-pro"/>
              </a:rPr>
              <a:t> = </a:t>
            </a:r>
            <a:r>
              <a:rPr lang="en-GB" sz="1600" b="0" i="0" dirty="0" err="1">
                <a:solidFill>
                  <a:srgbClr val="242424"/>
                </a:solidFill>
                <a:effectLst/>
                <a:latin typeface="source-code-pro"/>
              </a:rPr>
              <a:t>tk.Entry</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destination_label</a:t>
            </a:r>
            <a:r>
              <a:rPr lang="en-GB" sz="1600" b="0" i="0" dirty="0">
                <a:solidFill>
                  <a:srgbClr val="242424"/>
                </a:solidFill>
                <a:effectLst/>
                <a:latin typeface="source-code-pro"/>
              </a:rPr>
              <a:t> = </a:t>
            </a:r>
            <a:r>
              <a:rPr lang="en-GB" sz="1600" b="0" i="0" dirty="0" err="1">
                <a:solidFill>
                  <a:srgbClr val="242424"/>
                </a:solidFill>
                <a:effectLst/>
                <a:latin typeface="source-code-pro"/>
              </a:rPr>
              <a:t>tk.Label</a:t>
            </a:r>
            <a:r>
              <a:rPr lang="en-GB" sz="1600" b="0" i="0" dirty="0">
                <a:solidFill>
                  <a:srgbClr val="242424"/>
                </a:solidFill>
                <a:effectLst/>
                <a:latin typeface="source-code-pro"/>
              </a:rPr>
              <a:t>(text=</a:t>
            </a:r>
            <a:r>
              <a:rPr lang="en-GB" sz="1600" b="0" i="0" dirty="0">
                <a:solidFill>
                  <a:srgbClr val="C41A16"/>
                </a:solidFill>
                <a:effectLst/>
                <a:latin typeface="source-code-pro"/>
              </a:rPr>
              <a:t>"Destination:"</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destination_entry</a:t>
            </a:r>
            <a:r>
              <a:rPr lang="en-GB" sz="1600" b="0" i="0" dirty="0">
                <a:solidFill>
                  <a:srgbClr val="242424"/>
                </a:solidFill>
                <a:effectLst/>
                <a:latin typeface="source-code-pro"/>
              </a:rPr>
              <a:t> = </a:t>
            </a:r>
            <a:r>
              <a:rPr lang="en-GB" sz="1600" b="0" i="0" dirty="0" err="1">
                <a:solidFill>
                  <a:srgbClr val="242424"/>
                </a:solidFill>
                <a:effectLst/>
                <a:latin typeface="source-code-pro"/>
              </a:rPr>
              <a:t>tk.Entry</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get_route_button</a:t>
            </a:r>
            <a:r>
              <a:rPr lang="en-GB" sz="1600" b="0" i="0" dirty="0">
                <a:solidFill>
                  <a:srgbClr val="242424"/>
                </a:solidFill>
                <a:effectLst/>
                <a:latin typeface="source-code-pro"/>
              </a:rPr>
              <a:t> = </a:t>
            </a:r>
            <a:r>
              <a:rPr lang="en-GB" sz="1600" b="0" i="0" dirty="0" err="1">
                <a:solidFill>
                  <a:srgbClr val="242424"/>
                </a:solidFill>
                <a:effectLst/>
                <a:latin typeface="source-code-pro"/>
              </a:rPr>
              <a:t>tk.Button</a:t>
            </a:r>
            <a:r>
              <a:rPr lang="en-GB" sz="1600" b="0" i="0" dirty="0">
                <a:solidFill>
                  <a:srgbClr val="242424"/>
                </a:solidFill>
                <a:effectLst/>
                <a:latin typeface="source-code-pro"/>
              </a:rPr>
              <a:t>(text=</a:t>
            </a:r>
            <a:r>
              <a:rPr lang="en-GB" sz="1600" b="0" i="0" dirty="0">
                <a:solidFill>
                  <a:srgbClr val="C41A16"/>
                </a:solidFill>
                <a:effectLst/>
                <a:latin typeface="source-code-pro"/>
              </a:rPr>
              <a:t>"Get Route"</a:t>
            </a:r>
            <a:r>
              <a:rPr lang="en-GB" sz="1600" b="0" i="0" dirty="0">
                <a:solidFill>
                  <a:srgbClr val="242424"/>
                </a:solidFill>
                <a:effectLst/>
                <a:latin typeface="source-code-pro"/>
              </a:rPr>
              <a:t>, command=</a:t>
            </a:r>
            <a:r>
              <a:rPr lang="en-GB" sz="1600" b="0" i="0" dirty="0" err="1">
                <a:solidFill>
                  <a:srgbClr val="242424"/>
                </a:solidFill>
                <a:effectLst/>
                <a:latin typeface="source-code-pro"/>
              </a:rPr>
              <a:t>get_route_info</a:t>
            </a:r>
            <a:r>
              <a:rPr lang="en-GB" sz="1600" b="0" i="0" dirty="0">
                <a:solidFill>
                  <a:srgbClr val="242424"/>
                </a:solidFill>
                <a:effectLst/>
                <a:latin typeface="source-code-pro"/>
              </a:rPr>
              <a:t>)</a:t>
            </a:r>
            <a:br>
              <a:rPr lang="en-GB" sz="1600" dirty="0"/>
            </a:br>
            <a:br>
              <a:rPr lang="en-GB" sz="1600" dirty="0"/>
            </a:br>
            <a:r>
              <a:rPr lang="en-GB" sz="1600" b="0" i="0" dirty="0">
                <a:solidFill>
                  <a:srgbClr val="007400"/>
                </a:solidFill>
                <a:effectLst/>
                <a:latin typeface="source-code-pro"/>
              </a:rPr>
              <a:t># create the results label</a:t>
            </a:r>
            <a:br>
              <a:rPr lang="en-GB" sz="1600" dirty="0"/>
            </a:br>
            <a:r>
              <a:rPr lang="en-GB" sz="1600" b="0" i="0" dirty="0" err="1">
                <a:solidFill>
                  <a:srgbClr val="242424"/>
                </a:solidFill>
                <a:effectLst/>
                <a:latin typeface="source-code-pro"/>
              </a:rPr>
              <a:t>results_label</a:t>
            </a:r>
            <a:r>
              <a:rPr lang="en-GB" sz="1600" b="0" i="0" dirty="0">
                <a:solidFill>
                  <a:srgbClr val="242424"/>
                </a:solidFill>
                <a:effectLst/>
                <a:latin typeface="source-code-pro"/>
              </a:rPr>
              <a:t> = </a:t>
            </a:r>
            <a:r>
              <a:rPr lang="en-GB" sz="1600" b="0" i="0" dirty="0" err="1">
                <a:solidFill>
                  <a:srgbClr val="242424"/>
                </a:solidFill>
                <a:effectLst/>
                <a:latin typeface="source-code-pro"/>
              </a:rPr>
              <a:t>tk.Label</a:t>
            </a:r>
            <a:r>
              <a:rPr lang="en-GB" sz="1600" b="0" i="0" dirty="0">
                <a:solidFill>
                  <a:srgbClr val="242424"/>
                </a:solidFill>
                <a:effectLst/>
                <a:latin typeface="source-code-pro"/>
              </a:rPr>
              <a:t>(text=</a:t>
            </a:r>
            <a:r>
              <a:rPr lang="en-GB" sz="1600" b="0" i="0" dirty="0">
                <a:solidFill>
                  <a:srgbClr val="C41A16"/>
                </a:solidFill>
                <a:effectLst/>
                <a:latin typeface="source-code-pro"/>
              </a:rPr>
              <a:t>""</a:t>
            </a:r>
            <a:r>
              <a:rPr lang="en-GB" sz="1600" b="0" i="0" dirty="0">
                <a:solidFill>
                  <a:srgbClr val="242424"/>
                </a:solidFill>
                <a:effectLst/>
                <a:latin typeface="source-code-pro"/>
              </a:rPr>
              <a:t>)</a:t>
            </a:r>
            <a:br>
              <a:rPr lang="en-GB" sz="1600" dirty="0"/>
            </a:br>
            <a:br>
              <a:rPr lang="en-GB" sz="1600" dirty="0"/>
            </a:br>
            <a:r>
              <a:rPr lang="en-GB" sz="1600" b="0" i="0" dirty="0">
                <a:solidFill>
                  <a:srgbClr val="007400"/>
                </a:solidFill>
                <a:effectLst/>
                <a:latin typeface="source-code-pro"/>
              </a:rPr>
              <a:t># add the elements to the window</a:t>
            </a:r>
            <a:br>
              <a:rPr lang="en-GB" sz="1600" dirty="0"/>
            </a:br>
            <a:r>
              <a:rPr lang="en-GB" sz="1600" b="0" i="0" dirty="0" err="1">
                <a:solidFill>
                  <a:srgbClr val="242424"/>
                </a:solidFill>
                <a:effectLst/>
                <a:latin typeface="source-code-pro"/>
              </a:rPr>
              <a:t>current_location_label.pack</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current_location_entry.pack</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destination_label.pack</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destination_entry.pack</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get_route_button.pack</a:t>
            </a:r>
            <a:r>
              <a:rPr lang="en-GB" sz="1600" b="0" i="0" dirty="0">
                <a:solidFill>
                  <a:srgbClr val="242424"/>
                </a:solidFill>
                <a:effectLst/>
                <a:latin typeface="source-code-pro"/>
              </a:rPr>
              <a:t>()</a:t>
            </a:r>
            <a:br>
              <a:rPr lang="en-GB" sz="1600" dirty="0"/>
            </a:br>
            <a:r>
              <a:rPr lang="en-GB" sz="1600" b="0" i="0" dirty="0" err="1">
                <a:solidFill>
                  <a:srgbClr val="242424"/>
                </a:solidFill>
                <a:effectLst/>
                <a:latin typeface="source-code-pro"/>
              </a:rPr>
              <a:t>results_label.pack</a:t>
            </a:r>
            <a:r>
              <a:rPr lang="en-GB" sz="1600" b="0" i="0" dirty="0">
                <a:solidFill>
                  <a:srgbClr val="242424"/>
                </a:solidFill>
                <a:effectLst/>
                <a:latin typeface="source-code-pro"/>
              </a:rPr>
              <a:t>()</a:t>
            </a:r>
            <a:br>
              <a:rPr lang="en-GB" sz="1600" dirty="0"/>
            </a:br>
            <a:br>
              <a:rPr lang="en-GB" sz="1600" dirty="0"/>
            </a:br>
            <a:r>
              <a:rPr lang="en-GB" sz="1600" b="0" i="0" dirty="0">
                <a:solidFill>
                  <a:srgbClr val="007400"/>
                </a:solidFill>
                <a:effectLst/>
                <a:latin typeface="source-code-pro"/>
              </a:rPr>
              <a:t># run the main loop</a:t>
            </a:r>
            <a:br>
              <a:rPr lang="en-GB" sz="1600" dirty="0"/>
            </a:br>
            <a:r>
              <a:rPr lang="en-GB" sz="1600" b="0" i="0" dirty="0" err="1">
                <a:solidFill>
                  <a:srgbClr val="242424"/>
                </a:solidFill>
                <a:effectLst/>
                <a:latin typeface="source-code-pro"/>
              </a:rPr>
              <a:t>window.mainloop</a:t>
            </a:r>
            <a:r>
              <a:rPr lang="en-GB" sz="1600" b="0" i="0" dirty="0">
                <a:solidFill>
                  <a:srgbClr val="242424"/>
                </a:solidFill>
                <a:effectLst/>
                <a:latin typeface="source-code-pro"/>
              </a:rPr>
              <a:t>()</a:t>
            </a:r>
            <a:endParaRPr lang="en-US" sz="1600" dirty="0"/>
          </a:p>
        </p:txBody>
      </p:sp>
    </p:spTree>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229" name="Title 1"/>
          <p:cNvSpPr>
            <a:spLocks noGrp="1"/>
          </p:cNvSpPr>
          <p:nvPr>
            <p:ph type="title"/>
          </p:nvPr>
        </p:nvSpPr>
        <p:spPr/>
        <p:txBody>
          <a:bodyPr/>
          <a:lstStyle/>
          <a:p>
            <a:r>
              <a:rPr lang="en-US" dirty="0"/>
              <a:t>Developing the Real time transit information </a:t>
            </a:r>
          </a:p>
        </p:txBody>
      </p:sp>
      <p:sp>
        <p:nvSpPr>
          <p:cNvPr id="1050230" name="Content Placeholder 2"/>
          <p:cNvSpPr>
            <a:spLocks noGrp="1"/>
          </p:cNvSpPr>
          <p:nvPr>
            <p:ph idx="1"/>
          </p:nvPr>
        </p:nvSpPr>
        <p:spPr/>
        <p:txBody>
          <a:bodyPr>
            <a:normAutofit fontScale="73684" lnSpcReduction="20000"/>
          </a:bodyPr>
          <a:lstStyle/>
          <a:p>
            <a:r>
              <a:rPr lang="en-US" sz="2300" b="1" dirty="0">
                <a:latin typeface="Bodoni MT Black" panose="02000000000000000000" pitchFamily="2" charset="0"/>
                <a:ea typeface="Bodoni MT Black" panose="02000000000000000000" pitchFamily="2" charset="0"/>
              </a:rPr>
              <a:t>Introduction</a:t>
            </a:r>
            <a:r>
              <a:rPr lang="en-US" sz="2300" dirty="0"/>
              <a:t> :</a:t>
            </a:r>
          </a:p>
          <a:p>
            <a:r>
              <a:rPr lang="en-GB" sz="1900" b="0" i="0" dirty="0">
                <a:solidFill>
                  <a:srgbClr val="232323"/>
                </a:solidFill>
                <a:effectLst/>
                <a:latin typeface="Verdana" panose="02000000000000000000" pitchFamily="2" charset="0"/>
              </a:rPr>
              <a:t>Public transportation refers to shared passenger transportation services such as buses, trolleybuses, trains, ferries, and expresses transportation like the metro </a:t>
            </a:r>
            <a:endParaRPr lang="en-US" sz="1900" b="0" i="0" dirty="0">
              <a:solidFill>
                <a:srgbClr val="232323"/>
              </a:solidFill>
              <a:effectLst/>
              <a:latin typeface="Verdana" panose="02000000000000000000" pitchFamily="2" charset="0"/>
            </a:endParaRPr>
          </a:p>
          <a:p>
            <a:r>
              <a:rPr lang="en-GB" sz="1900" b="0" i="0" dirty="0">
                <a:solidFill>
                  <a:srgbClr val="232323"/>
                </a:solidFill>
                <a:effectLst/>
                <a:latin typeface="Verdana" panose="02000000000000000000" pitchFamily="2" charset="0"/>
              </a:rPr>
              <a:t>Intelligent Transportation Systems (ITS) has a subsystem called Smart Public Transportation (SPT).</a:t>
            </a:r>
            <a:endParaRPr lang="en-US" sz="1900" b="0" i="0" dirty="0">
              <a:solidFill>
                <a:srgbClr val="232323"/>
              </a:solidFill>
              <a:effectLst/>
              <a:latin typeface="Verdana" panose="02000000000000000000" pitchFamily="2" charset="0"/>
            </a:endParaRPr>
          </a:p>
          <a:p>
            <a:r>
              <a:rPr lang="en-GB" sz="1900" b="0" i="0" dirty="0">
                <a:solidFill>
                  <a:srgbClr val="232323"/>
                </a:solidFill>
                <a:effectLst/>
                <a:latin typeface="Verdana" panose="02000000000000000000" pitchFamily="2" charset="0"/>
              </a:rPr>
              <a:t> It can intelligently monitor public transit networks to ensure their operation and to provide clients with information on excursions and system operating conditions .</a:t>
            </a:r>
            <a:endParaRPr lang="en-US" sz="1900" b="0" i="0" dirty="0">
              <a:solidFill>
                <a:srgbClr val="232323"/>
              </a:solidFill>
              <a:effectLst/>
              <a:latin typeface="Verdana" panose="02000000000000000000" pitchFamily="2" charset="0"/>
            </a:endParaRPr>
          </a:p>
          <a:p>
            <a:r>
              <a:rPr lang="en-GB" sz="1900" b="0" i="0" dirty="0">
                <a:solidFill>
                  <a:srgbClr val="232323"/>
                </a:solidFill>
                <a:effectLst/>
                <a:latin typeface="Verdana" panose="02000000000000000000" pitchFamily="2" charset="0"/>
              </a:rPr>
              <a:t> Smart public Design of an intelligent real-time Public Transportation Monitoring System based on </a:t>
            </a:r>
            <a:r>
              <a:rPr lang="en-GB" sz="1900" b="0" i="0" dirty="0" err="1">
                <a:solidFill>
                  <a:srgbClr val="232323"/>
                </a:solidFill>
                <a:effectLst/>
                <a:latin typeface="Verdana" panose="02000000000000000000" pitchFamily="2" charset="0"/>
              </a:rPr>
              <a:t>IoT</a:t>
            </a:r>
            <a:r>
              <a:rPr lang="en-GB" sz="1900" b="0" i="0" dirty="0">
                <a:solidFill>
                  <a:srgbClr val="232323"/>
                </a:solidFill>
                <a:effectLst/>
                <a:latin typeface="Verdana" panose="02000000000000000000" pitchFamily="2" charset="0"/>
              </a:rPr>
              <a:t> transport systems, depending on several technologies, allows SPTS to retrieve data from multiple sensor systems and to manage and control the transportation network. </a:t>
            </a:r>
            <a:endParaRPr lang="en-US" sz="1900" b="0" i="0" dirty="0">
              <a:solidFill>
                <a:srgbClr val="232323"/>
              </a:solidFill>
              <a:effectLst/>
              <a:latin typeface="Verdana" panose="02000000000000000000" pitchFamily="2" charset="0"/>
            </a:endParaRPr>
          </a:p>
          <a:p>
            <a:r>
              <a:rPr lang="en-GB" sz="1900" b="0" i="0" dirty="0">
                <a:solidFill>
                  <a:srgbClr val="232323"/>
                </a:solidFill>
                <a:effectLst/>
                <a:latin typeface="Verdana" panose="02000000000000000000" pitchFamily="2" charset="0"/>
              </a:rPr>
              <a:t>There are many innovative technologies, which promoted the development and implementation of smart public transport systems, such as Geographical Information Systems (GIS), Automatic Vehicle Location Systems (AVLS) and </a:t>
            </a:r>
            <a:r>
              <a:rPr lang="en-GB" sz="1900" b="0" i="0" dirty="0" err="1">
                <a:solidFill>
                  <a:srgbClr val="232323"/>
                </a:solidFill>
                <a:effectLst/>
                <a:latin typeface="Verdana" panose="02000000000000000000" pitchFamily="2" charset="0"/>
              </a:rPr>
              <a:t>Traveler</a:t>
            </a:r>
            <a:r>
              <a:rPr lang="en-GB" sz="1900" b="0" i="0" dirty="0">
                <a:solidFill>
                  <a:srgbClr val="232323"/>
                </a:solidFill>
                <a:effectLst/>
                <a:latin typeface="Verdana" panose="02000000000000000000" pitchFamily="2" charset="0"/>
              </a:rPr>
              <a:t> Information Systems (TIS) . </a:t>
            </a:r>
            <a:endParaRPr lang="en-US" sz="1900" b="0" i="0" dirty="0">
              <a:solidFill>
                <a:srgbClr val="232323"/>
              </a:solidFill>
              <a:effectLst/>
              <a:latin typeface="Verdana" panose="02000000000000000000" pitchFamily="2" charset="0"/>
            </a:endParaRPr>
          </a:p>
          <a:p>
            <a:r>
              <a:rPr lang="en-GB" sz="1900" b="0" i="0" dirty="0">
                <a:solidFill>
                  <a:srgbClr val="232323"/>
                </a:solidFill>
                <a:effectLst/>
                <a:latin typeface="Verdana" panose="02000000000000000000" pitchFamily="2" charset="0"/>
              </a:rPr>
              <a:t>The Internet of Things (</a:t>
            </a:r>
            <a:r>
              <a:rPr lang="en-GB" sz="1900" b="0" i="0" dirty="0" err="1">
                <a:solidFill>
                  <a:srgbClr val="232323"/>
                </a:solidFill>
                <a:effectLst/>
                <a:latin typeface="Verdana" panose="02000000000000000000" pitchFamily="2" charset="0"/>
              </a:rPr>
              <a:t>IoT</a:t>
            </a:r>
            <a:r>
              <a:rPr lang="en-GB" sz="1900" b="0" i="0" dirty="0">
                <a:solidFill>
                  <a:srgbClr val="232323"/>
                </a:solidFill>
                <a:effectLst/>
                <a:latin typeface="Verdana" panose="02000000000000000000" pitchFamily="2" charset="0"/>
              </a:rPr>
              <a:t>) is a network of interconnected physical objects that can be accessed through the internet. </a:t>
            </a:r>
            <a:endParaRPr lang="en-US" sz="1900" dirty="0"/>
          </a:p>
        </p:txBody>
      </p:sp>
    </p:spTree>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291" name="Title 1"/>
          <p:cNvSpPr>
            <a:spLocks noGrp="1"/>
          </p:cNvSpPr>
          <p:nvPr>
            <p:ph type="title"/>
          </p:nvPr>
        </p:nvSpPr>
        <p:spPr/>
        <p:txBody>
          <a:bodyPr/>
          <a:lstStyle/>
          <a:p>
            <a:r>
              <a:rPr lang="en-GB" b="1" i="0" u="sng" dirty="0">
                <a:solidFill>
                  <a:srgbClr val="31849B"/>
                </a:solidFill>
                <a:effectLst/>
                <a:latin typeface="Verdana" panose="020B0604030504040204" pitchFamily="34" charset="0"/>
              </a:rPr>
              <a:t>Proposed System Block Diagram</a:t>
            </a:r>
            <a:endParaRPr lang="en-US" dirty="0"/>
          </a:p>
        </p:txBody>
      </p:sp>
      <p:sp>
        <p:nvSpPr>
          <p:cNvPr id="1050292" name="Content Placeholder 2"/>
          <p:cNvSpPr>
            <a:spLocks noGrp="1"/>
          </p:cNvSpPr>
          <p:nvPr>
            <p:ph idx="1"/>
          </p:nvPr>
        </p:nvSpPr>
        <p:spPr/>
        <p:txBody>
          <a:bodyPr/>
          <a:lstStyle/>
          <a:p>
            <a:r>
              <a:rPr lang="en-GB" b="0" i="0" dirty="0">
                <a:solidFill>
                  <a:srgbClr val="232323"/>
                </a:solidFill>
                <a:effectLst/>
                <a:latin typeface="Verdana" panose="020B0604030504040204" pitchFamily="34" charset="0"/>
              </a:rPr>
              <a:t>The prototype of the proposed system is in</a:t>
            </a:r>
            <a:r>
              <a:rPr lang="en-US" b="0" i="0" dirty="0">
                <a:solidFill>
                  <a:srgbClr val="232323"/>
                </a:solidFill>
                <a:effectLst/>
                <a:latin typeface="Verdana" panose="020B0604030504040204" pitchFamily="34" charset="0"/>
              </a:rPr>
              <a:t> the diagram. </a:t>
            </a:r>
          </a:p>
          <a:p>
            <a:r>
              <a:rPr lang="en-GB" b="0" i="0" dirty="0">
                <a:solidFill>
                  <a:srgbClr val="232323"/>
                </a:solidFill>
                <a:effectLst/>
                <a:latin typeface="Verdana" panose="020B0604030504040204" pitchFamily="34" charset="0"/>
              </a:rPr>
              <a:t> It consists of an Android application designed for users who want real-time information about the buses. </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The app will display information about buses such as real-time location on Google Maps, speed, distance, and arrival time of each bus. </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The proposed system includes an ESP32 with a Wi-Fi built-in module, a GPS module, and an Android app connected to the server.</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298" name="Title 1"/>
          <p:cNvSpPr>
            <a:spLocks noGrp="1"/>
          </p:cNvSpPr>
          <p:nvPr>
            <p:ph type="title"/>
          </p:nvPr>
        </p:nvSpPr>
        <p:spPr/>
        <p:txBody>
          <a:bodyPr>
            <a:normAutofit fontScale="90000"/>
          </a:bodyPr>
          <a:lstStyle/>
          <a:p>
            <a:r>
              <a:rPr lang="en-GB" b="0" i="0" dirty="0">
                <a:solidFill>
                  <a:srgbClr val="FFFFFF"/>
                </a:solidFill>
                <a:effectLst/>
                <a:latin typeface="Verdana" panose="020B0604030504040204" pitchFamily="34" charset="0"/>
              </a:rPr>
              <a:t>Block diagram of prototype of smart public transportation system</a:t>
            </a:r>
            <a:endParaRPr lang="en-US" dirty="0">
              <a:solidFill>
                <a:srgbClr val="FFFFFF"/>
              </a:solidFill>
            </a:endParaRPr>
          </a:p>
        </p:txBody>
      </p:sp>
      <p:pic>
        <p:nvPicPr>
          <p:cNvPr id="2097271" name="Content Placeholder 5"/>
          <p:cNvPicPr>
            <a:picLocks noGrp="1" noChangeAspect="1"/>
          </p:cNvPicPr>
          <p:nvPr>
            <p:ph idx="1"/>
          </p:nvPr>
        </p:nvPicPr>
        <p:blipFill>
          <a:blip r:embed="rId3"/>
          <a:stretch>
            <a:fillRect/>
          </a:stretch>
        </p:blipFill>
        <p:spPr>
          <a:xfrm>
            <a:off x="1512867" y="2357519"/>
            <a:ext cx="9166266" cy="4020624"/>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04" name="Title 1"/>
          <p:cNvSpPr>
            <a:spLocks noGrp="1"/>
          </p:cNvSpPr>
          <p:nvPr>
            <p:ph type="title"/>
          </p:nvPr>
        </p:nvSpPr>
        <p:spPr/>
        <p:txBody>
          <a:bodyPr/>
          <a:lstStyle/>
          <a:p>
            <a:r>
              <a:rPr lang="en-GB" b="1" i="0" u="sng" dirty="0">
                <a:solidFill>
                  <a:srgbClr val="31849B"/>
                </a:solidFill>
                <a:effectLst/>
                <a:latin typeface="Verdana" panose="020B0604030504040204" pitchFamily="34" charset="0"/>
              </a:rPr>
              <a:t>Implement of the Proposed System</a:t>
            </a:r>
            <a:endParaRPr lang="en-US" dirty="0"/>
          </a:p>
        </p:txBody>
      </p:sp>
      <p:sp>
        <p:nvSpPr>
          <p:cNvPr id="1050305" name="Content Placeholder 2"/>
          <p:cNvSpPr>
            <a:spLocks noGrp="1"/>
          </p:cNvSpPr>
          <p:nvPr>
            <p:ph idx="1"/>
          </p:nvPr>
        </p:nvSpPr>
        <p:spPr/>
        <p:txBody>
          <a:bodyPr/>
          <a:lstStyle/>
          <a:p>
            <a:r>
              <a:rPr lang="en-GB" b="1" i="0" dirty="0">
                <a:solidFill>
                  <a:srgbClr val="31849B"/>
                </a:solidFill>
                <a:effectLst/>
                <a:latin typeface="Verdana" panose="020B0604030504040204" pitchFamily="34" charset="0"/>
              </a:rPr>
              <a:t>ESP32 Microcontroller</a:t>
            </a:r>
            <a:endParaRPr lang="en-US" b="1" i="0" dirty="0">
              <a:solidFill>
                <a:srgbClr val="31849B"/>
              </a:solidFill>
              <a:effectLst/>
              <a:latin typeface="Verdana" panose="020B0604030504040204" pitchFamily="34" charset="0"/>
            </a:endParaRPr>
          </a:p>
          <a:p>
            <a:r>
              <a:rPr lang="en-GB" b="1" i="0" dirty="0">
                <a:solidFill>
                  <a:srgbClr val="31849B"/>
                </a:solidFill>
                <a:effectLst/>
                <a:latin typeface="Verdana" panose="020B0604030504040204" pitchFamily="34" charset="0"/>
              </a:rPr>
              <a:t>GPS Module</a:t>
            </a:r>
            <a:endParaRPr lang="en-US" b="1" i="0" dirty="0">
              <a:solidFill>
                <a:srgbClr val="31849B"/>
              </a:solidFill>
              <a:effectLst/>
              <a:latin typeface="Verdana" panose="020B0604030504040204" pitchFamily="34" charset="0"/>
            </a:endParaRPr>
          </a:p>
          <a:p>
            <a:r>
              <a:rPr lang="en-GB" b="1" i="0" dirty="0">
                <a:solidFill>
                  <a:srgbClr val="31849B"/>
                </a:solidFill>
                <a:effectLst/>
                <a:latin typeface="Verdana" panose="020B0604030504040204" pitchFamily="34" charset="0"/>
              </a:rPr>
              <a:t>Mobile Application</a:t>
            </a:r>
            <a:endParaRPr lang="en-US" b="1" i="0" dirty="0">
              <a:solidFill>
                <a:srgbClr val="31849B"/>
              </a:solidFill>
              <a:effectLst/>
              <a:latin typeface="Verdana" panose="020B0604030504040204" pitchFamily="34" charset="0"/>
            </a:endParaRPr>
          </a:p>
          <a:p>
            <a:r>
              <a:rPr lang="en-US" b="1" i="0" dirty="0">
                <a:solidFill>
                  <a:srgbClr val="31849B"/>
                </a:solidFill>
                <a:effectLst/>
                <a:latin typeface="Verdana" panose="020B0604030504040204" pitchFamily="34" charset="0"/>
              </a:rPr>
              <a:t>   </a:t>
            </a:r>
            <a:r>
              <a:rPr lang="en-GB" b="1" i="0" dirty="0">
                <a:solidFill>
                  <a:srgbClr val="31849B"/>
                </a:solidFill>
                <a:effectLst/>
                <a:latin typeface="Verdana" panose="020B0604030504040204" pitchFamily="34" charset="0"/>
              </a:rPr>
              <a:t>Distance Calculation</a:t>
            </a:r>
            <a:endParaRPr lang="en-US" b="1" dirty="0">
              <a:solidFill>
                <a:srgbClr val="31849B"/>
              </a:solidFill>
              <a:latin typeface="Verdana" panose="020B0604030504040204" pitchFamily="34" charset="0"/>
            </a:endParaRPr>
          </a:p>
          <a:p>
            <a:r>
              <a:rPr lang="en-US" b="1" dirty="0">
                <a:solidFill>
                  <a:srgbClr val="31849B"/>
                </a:solidFill>
                <a:latin typeface="Verdana" panose="020B0604030504040204" pitchFamily="34" charset="0"/>
              </a:rPr>
              <a:t>   </a:t>
            </a:r>
            <a:r>
              <a:rPr lang="en-GB" b="1" i="0" dirty="0">
                <a:solidFill>
                  <a:srgbClr val="31849B"/>
                </a:solidFill>
                <a:effectLst/>
                <a:latin typeface="Verdana" panose="020B0604030504040204" pitchFamily="34" charset="0"/>
              </a:rPr>
              <a:t>Arrival Time Calculation</a:t>
            </a:r>
            <a:endParaRPr lang="en-US" b="1" i="0" dirty="0">
              <a:solidFill>
                <a:srgbClr val="31849B"/>
              </a:solidFill>
              <a:effectLst/>
              <a:latin typeface="Verdana" panose="020B0604030504040204" pitchFamily="34" charset="0"/>
            </a:endParaRPr>
          </a:p>
          <a:p>
            <a:r>
              <a:rPr lang="en-US" b="1" i="0" dirty="0">
                <a:solidFill>
                  <a:srgbClr val="31849B"/>
                </a:solidFill>
                <a:effectLst/>
                <a:latin typeface="Verdana" panose="020B0604030504040204" pitchFamily="34" charset="0"/>
              </a:rPr>
              <a:t>   </a:t>
            </a:r>
            <a:r>
              <a:rPr lang="en-GB" b="1" i="0" dirty="0">
                <a:solidFill>
                  <a:srgbClr val="31849B"/>
                </a:solidFill>
                <a:effectLst/>
                <a:latin typeface="Verdana" panose="020B0604030504040204" pitchFamily="34" charset="0"/>
              </a:rPr>
              <a:t>Work the Proposed System</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11" name="Title 1"/>
          <p:cNvSpPr>
            <a:spLocks noGrp="1"/>
          </p:cNvSpPr>
          <p:nvPr>
            <p:ph type="title"/>
          </p:nvPr>
        </p:nvSpPr>
        <p:spPr/>
        <p:txBody>
          <a:bodyPr/>
          <a:lstStyle/>
          <a:p>
            <a:r>
              <a:rPr lang="en-GB" b="1" i="0" dirty="0">
                <a:solidFill>
                  <a:srgbClr val="31849B"/>
                </a:solidFill>
                <a:effectLst/>
                <a:latin typeface="Verdana" panose="020B0604030504040204" pitchFamily="34" charset="0"/>
              </a:rPr>
              <a:t>ESP32 Microcontroller</a:t>
            </a:r>
            <a:endParaRPr lang="en-US" dirty="0"/>
          </a:p>
        </p:txBody>
      </p:sp>
      <p:sp>
        <p:nvSpPr>
          <p:cNvPr id="1050312" name="Content Placeholder 2"/>
          <p:cNvSpPr>
            <a:spLocks noGrp="1"/>
          </p:cNvSpPr>
          <p:nvPr>
            <p:ph idx="1"/>
          </p:nvPr>
        </p:nvSpPr>
        <p:spPr/>
        <p:txBody>
          <a:bodyPr/>
          <a:lstStyle/>
          <a:p>
            <a:r>
              <a:rPr lang="en-GB" b="0" i="0" dirty="0">
                <a:solidFill>
                  <a:srgbClr val="232323"/>
                </a:solidFill>
                <a:effectLst/>
                <a:latin typeface="Verdana" panose="020B0604030504040204" pitchFamily="34" charset="0"/>
              </a:rPr>
              <a:t>The ESP32 is a microcontroller with a Wi-Fi module, an open-source </a:t>
            </a:r>
            <a:r>
              <a:rPr lang="en-GB" b="0" i="0" dirty="0" err="1">
                <a:solidFill>
                  <a:srgbClr val="232323"/>
                </a:solidFill>
                <a:effectLst/>
                <a:latin typeface="Verdana" panose="020B0604030504040204" pitchFamily="34" charset="0"/>
              </a:rPr>
              <a:t>IoT</a:t>
            </a:r>
            <a:r>
              <a:rPr lang="en-GB" b="0" i="0" dirty="0">
                <a:solidFill>
                  <a:srgbClr val="232323"/>
                </a:solidFill>
                <a:effectLst/>
                <a:latin typeface="Verdana" panose="020B0604030504040204" pitchFamily="34" charset="0"/>
              </a:rPr>
              <a:t> platform that is characterized by low-cost and low-power system-on-a-chip (SOC).</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 An ESP32 has a dual-core structure and internal modules such as Wi-Fi, Bluetooth, and many Peripheral Interfaces such as IR, SPI, CAN, Ethernet, and</a:t>
            </a:r>
            <a:r>
              <a:rPr lang="en-US" b="0" i="0" dirty="0">
                <a:solidFill>
                  <a:srgbClr val="232323"/>
                </a:solidFill>
                <a:effectLst/>
                <a:latin typeface="Verdana" panose="020B0604030504040204" pitchFamily="34" charset="0"/>
              </a:rPr>
              <a:t> </a:t>
            </a:r>
            <a:r>
              <a:rPr lang="en-GB" b="0" i="0" dirty="0" err="1">
                <a:solidFill>
                  <a:srgbClr val="232323"/>
                </a:solidFill>
                <a:effectLst/>
                <a:latin typeface="Verdana" panose="020B0604030504040204" pitchFamily="34" charset="0"/>
              </a:rPr>
              <a:t>emperature</a:t>
            </a:r>
            <a:r>
              <a:rPr lang="en-GB" b="0" i="0" dirty="0">
                <a:solidFill>
                  <a:srgbClr val="232323"/>
                </a:solidFill>
                <a:effectLst/>
                <a:latin typeface="Verdana" panose="020B0604030504040204" pitchFamily="34" charset="0"/>
              </a:rPr>
              <a:t> sensors .</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18" name="Title 1"/>
          <p:cNvSpPr>
            <a:spLocks noGrp="1"/>
          </p:cNvSpPr>
          <p:nvPr>
            <p:ph type="title"/>
          </p:nvPr>
        </p:nvSpPr>
        <p:spPr/>
        <p:txBody>
          <a:bodyPr/>
          <a:lstStyle/>
          <a:p>
            <a:r>
              <a:rPr lang="en-GB" b="0" i="0" dirty="0">
                <a:solidFill>
                  <a:srgbClr val="FFFFFF"/>
                </a:solidFill>
                <a:effectLst/>
                <a:latin typeface="Verdana" panose="020B0604030504040204" pitchFamily="34" charset="0"/>
              </a:rPr>
              <a:t>Prototype of smart public transportation architecture.</a:t>
            </a:r>
            <a:endParaRPr lang="en-US" dirty="0">
              <a:solidFill>
                <a:srgbClr val="FFFFFF"/>
              </a:solidFill>
            </a:endParaRPr>
          </a:p>
        </p:txBody>
      </p:sp>
      <p:pic>
        <p:nvPicPr>
          <p:cNvPr id="2097272" name="Content Placeholder 5"/>
          <p:cNvPicPr>
            <a:picLocks noGrp="1" noChangeAspect="1"/>
          </p:cNvPicPr>
          <p:nvPr>
            <p:ph idx="1"/>
          </p:nvPr>
        </p:nvPicPr>
        <p:blipFill>
          <a:blip r:embed="rId3"/>
          <a:stretch>
            <a:fillRect/>
          </a:stretch>
        </p:blipFill>
        <p:spPr>
          <a:xfrm>
            <a:off x="2059627" y="2817621"/>
            <a:ext cx="7901237" cy="3287038"/>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24" name="Title 1"/>
          <p:cNvSpPr>
            <a:spLocks noGrp="1"/>
          </p:cNvSpPr>
          <p:nvPr>
            <p:ph type="title"/>
          </p:nvPr>
        </p:nvSpPr>
        <p:spPr/>
        <p:txBody>
          <a:bodyPr/>
          <a:lstStyle/>
          <a:p>
            <a:r>
              <a:rPr lang="en-GB" b="1" i="0" dirty="0">
                <a:solidFill>
                  <a:srgbClr val="31849B"/>
                </a:solidFill>
                <a:effectLst/>
                <a:latin typeface="Verdana" panose="020B0604030504040204" pitchFamily="34" charset="0"/>
              </a:rPr>
              <a:t>GPS Module</a:t>
            </a:r>
            <a:endParaRPr lang="en-US" dirty="0"/>
          </a:p>
        </p:txBody>
      </p:sp>
      <p:sp>
        <p:nvSpPr>
          <p:cNvPr id="1050325" name="Content Placeholder 2"/>
          <p:cNvSpPr>
            <a:spLocks noGrp="1"/>
          </p:cNvSpPr>
          <p:nvPr>
            <p:ph idx="1"/>
          </p:nvPr>
        </p:nvSpPr>
        <p:spPr/>
        <p:txBody>
          <a:bodyPr>
            <a:normAutofit lnSpcReduction="10000"/>
          </a:bodyPr>
          <a:lstStyle/>
          <a:p>
            <a:r>
              <a:rPr lang="en-GB" b="0" i="0" dirty="0">
                <a:solidFill>
                  <a:srgbClr val="232323"/>
                </a:solidFill>
                <a:effectLst/>
                <a:latin typeface="Verdana" panose="020B0604030504040204" pitchFamily="34" charset="0"/>
              </a:rPr>
              <a:t>GPS (Global Position System) used for positioning and tracking buses based on satellite communication.</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 GPS satellites cover the entire earth at all times.</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 To get accurate GPS location data, there should be a minimum of three satellites. </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The NEO-6M GPS module used in the proposed system is small and works on very low power, making it ideal for tracking applications. </a:t>
            </a:r>
            <a:endParaRPr lang="en-US" b="0" i="0" dirty="0">
              <a:solidFill>
                <a:srgbClr val="232323"/>
              </a:solidFill>
              <a:effectLst/>
              <a:latin typeface="Verdana" panose="020B0604030504040204" pitchFamily="34" charset="0"/>
            </a:endParaRPr>
          </a:p>
          <a:p>
            <a:r>
              <a:rPr lang="en-GB" b="0" i="0" dirty="0">
                <a:solidFill>
                  <a:srgbClr val="232323"/>
                </a:solidFill>
                <a:effectLst/>
                <a:latin typeface="Verdana" panose="020B0604030504040204" pitchFamily="34" charset="0"/>
              </a:rPr>
              <a:t>The GPS module operates at 3.3 V, as a result, powered by connecting the GPS module to the 3.3 V pin of the ESP32. r</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31" name="Title 1"/>
          <p:cNvSpPr>
            <a:spLocks noGrp="1"/>
          </p:cNvSpPr>
          <p:nvPr>
            <p:ph type="title"/>
          </p:nvPr>
        </p:nvSpPr>
        <p:spPr/>
        <p:txBody>
          <a:bodyPr/>
          <a:lstStyle/>
          <a:p>
            <a:r>
              <a:rPr lang="en-GB" b="0" i="0" dirty="0">
                <a:solidFill>
                  <a:srgbClr val="C0C0C0"/>
                </a:solidFill>
                <a:effectLst/>
                <a:latin typeface="Verdana" panose="020B0604030504040204" pitchFamily="34" charset="0"/>
              </a:rPr>
              <a:t>GPS module to ESP32 connection</a:t>
            </a:r>
            <a:endParaRPr lang="en-US" dirty="0">
              <a:solidFill>
                <a:srgbClr val="C0C0C0"/>
              </a:solidFill>
            </a:endParaRPr>
          </a:p>
        </p:txBody>
      </p:sp>
      <p:pic>
        <p:nvPicPr>
          <p:cNvPr id="2097273" name="Content Placeholder 5"/>
          <p:cNvPicPr>
            <a:picLocks noGrp="1" noChangeAspect="1"/>
          </p:cNvPicPr>
          <p:nvPr>
            <p:ph idx="1"/>
          </p:nvPr>
        </p:nvPicPr>
        <p:blipFill>
          <a:blip r:embed="rId3"/>
          <a:stretch>
            <a:fillRect/>
          </a:stretch>
        </p:blipFill>
        <p:spPr>
          <a:xfrm>
            <a:off x="2449904" y="2412175"/>
            <a:ext cx="7292191" cy="4304806"/>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38" name="Content Placeholder 2"/>
          <p:cNvSpPr>
            <a:spLocks noGrp="1"/>
          </p:cNvSpPr>
          <p:nvPr>
            <p:ph idx="1"/>
          </p:nvPr>
        </p:nvSpPr>
        <p:spPr/>
        <p:txBody>
          <a:bodyPr>
            <a:normAutofit fontScale="94444" lnSpcReduction="20000"/>
          </a:bodyPr>
          <a:lstStyle/>
          <a:p>
            <a:r>
              <a:rPr lang="en-GB" b="0" i="0" u="none" strike="noStrike" dirty="0">
                <a:solidFill>
                  <a:srgbClr val="232323"/>
                </a:solidFill>
                <a:effectLst/>
                <a:latin typeface="MathJax_Math-italic"/>
              </a:rPr>
              <a:t>a</a:t>
            </a:r>
            <a:r>
              <a:rPr lang="en-GB" b="0" i="0" u="none" strike="noStrike" dirty="0">
                <a:solidFill>
                  <a:srgbClr val="232323"/>
                </a:solidFill>
                <a:effectLst/>
                <a:latin typeface="MathJax_Main"/>
              </a:rPr>
              <a:t>=sin2(</a:t>
            </a:r>
            <a:r>
              <a:rPr lang="el-GR" b="0" i="0" u="none" strike="noStrike" dirty="0">
                <a:solidFill>
                  <a:srgbClr val="232323"/>
                </a:solidFill>
                <a:effectLst/>
                <a:latin typeface="MathJax_Math-italic"/>
              </a:rPr>
              <a:t>Δφ</a:t>
            </a:r>
            <a:r>
              <a:rPr lang="el-GR" b="0" i="0" u="none" strike="noStrike" dirty="0">
                <a:solidFill>
                  <a:srgbClr val="232323"/>
                </a:solidFill>
                <a:effectLst/>
                <a:latin typeface="MathJax_Main"/>
              </a:rPr>
              <a:t>/2)+</a:t>
            </a:r>
            <a:r>
              <a:rPr lang="en-GB" b="0" i="0" u="none" strike="noStrike" dirty="0">
                <a:solidFill>
                  <a:srgbClr val="232323"/>
                </a:solidFill>
                <a:effectLst/>
                <a:latin typeface="MathJax_Main"/>
              </a:rPr>
              <a:t>cos</a:t>
            </a:r>
            <a:r>
              <a:rPr lang="el-GR" b="0" i="0" u="none" strike="noStrike" dirty="0">
                <a:solidFill>
                  <a:srgbClr val="232323"/>
                </a:solidFill>
                <a:effectLst/>
                <a:latin typeface="MathJax_Math-italic"/>
              </a:rPr>
              <a:t>φ</a:t>
            </a:r>
            <a:r>
              <a:rPr lang="el-GR" b="0" i="0" u="none" strike="noStrike" dirty="0">
                <a:solidFill>
                  <a:srgbClr val="232323"/>
                </a:solidFill>
                <a:effectLst/>
                <a:latin typeface="MathJax_Main"/>
              </a:rPr>
              <a:t>1⋅</a:t>
            </a:r>
            <a:r>
              <a:rPr lang="en-GB" b="0" i="0" u="none" strike="noStrike" dirty="0">
                <a:solidFill>
                  <a:srgbClr val="232323"/>
                </a:solidFill>
                <a:effectLst/>
                <a:latin typeface="MathJax_Main"/>
              </a:rPr>
              <a:t>cos</a:t>
            </a:r>
            <a:r>
              <a:rPr lang="el-GR" b="0" i="0" u="none" strike="noStrike" dirty="0">
                <a:solidFill>
                  <a:srgbClr val="232323"/>
                </a:solidFill>
                <a:effectLst/>
                <a:latin typeface="MathJax_Math-italic"/>
              </a:rPr>
              <a:t>φ</a:t>
            </a:r>
            <a:r>
              <a:rPr lang="el-GR" b="0" i="0" u="none" strike="noStrike" dirty="0">
                <a:solidFill>
                  <a:srgbClr val="232323"/>
                </a:solidFill>
                <a:effectLst/>
                <a:latin typeface="MathJax_Main"/>
              </a:rPr>
              <a:t>2⋅</a:t>
            </a:r>
            <a:r>
              <a:rPr lang="en-GB" b="0" i="0" u="none" strike="noStrike" dirty="0">
                <a:solidFill>
                  <a:srgbClr val="232323"/>
                </a:solidFill>
                <a:effectLst/>
                <a:latin typeface="MathJax_Main"/>
              </a:rPr>
              <a:t>sin2(</a:t>
            </a:r>
            <a:r>
              <a:rPr lang="el-GR" b="0" i="0" u="none" strike="noStrike" dirty="0">
                <a:solidFill>
                  <a:srgbClr val="232323"/>
                </a:solidFill>
                <a:effectLst/>
                <a:latin typeface="MathJax_Math-italic"/>
              </a:rPr>
              <a:t>Δλ</a:t>
            </a:r>
            <a:r>
              <a:rPr lang="el-GR" b="0" i="0" u="none" strike="noStrike" dirty="0">
                <a:solidFill>
                  <a:srgbClr val="232323"/>
                </a:solidFill>
                <a:effectLst/>
                <a:latin typeface="MathJax_Main"/>
              </a:rPr>
              <a:t>/2)</a:t>
            </a:r>
            <a:r>
              <a:rPr lang="en-GB" b="0" i="0" u="none" strike="noStrike" dirty="0">
                <a:solidFill>
                  <a:srgbClr val="232323"/>
                </a:solidFill>
                <a:effectLst/>
                <a:latin typeface="Verdana" panose="020B0604030504040204" pitchFamily="34" charset="0"/>
              </a:rPr>
              <a:t>a=sin2(</a:t>
            </a:r>
            <a:r>
              <a:rPr lang="el-GR" b="0" i="0" u="none" strike="noStrike" dirty="0">
                <a:solidFill>
                  <a:srgbClr val="232323"/>
                </a:solidFill>
                <a:effectLst/>
                <a:latin typeface="Verdana" panose="020B0604030504040204" pitchFamily="34" charset="0"/>
              </a:rPr>
              <a:t>Δφ/2)+</a:t>
            </a:r>
            <a:r>
              <a:rPr lang="en-GB" b="0" i="0" u="none" strike="noStrike" dirty="0">
                <a:solidFill>
                  <a:srgbClr val="232323"/>
                </a:solidFill>
                <a:effectLst/>
                <a:latin typeface="Verdana" panose="020B0604030504040204" pitchFamily="34" charset="0"/>
              </a:rPr>
              <a:t>cos</a:t>
            </a:r>
            <a:r>
              <a:rPr lang="el-GR" b="0" i="0" u="none" strike="noStrike" dirty="0">
                <a:solidFill>
                  <a:srgbClr val="232323"/>
                </a:solidFill>
                <a:effectLst/>
                <a:latin typeface="Verdana" panose="020B0604030504040204" pitchFamily="34" charset="0"/>
              </a:rPr>
              <a:t>φ1⋅</a:t>
            </a:r>
            <a:r>
              <a:rPr lang="en-GB" b="0" i="0" u="none" strike="noStrike" dirty="0">
                <a:solidFill>
                  <a:srgbClr val="232323"/>
                </a:solidFill>
                <a:effectLst/>
                <a:latin typeface="Verdana" panose="020B0604030504040204" pitchFamily="34" charset="0"/>
              </a:rPr>
              <a:t>cos</a:t>
            </a:r>
            <a:r>
              <a:rPr lang="el-GR" b="0" i="0" u="none" strike="noStrike" dirty="0">
                <a:solidFill>
                  <a:srgbClr val="232323"/>
                </a:solidFill>
                <a:effectLst/>
                <a:latin typeface="Verdana" panose="020B0604030504040204" pitchFamily="34" charset="0"/>
              </a:rPr>
              <a:t>φ2⋅</a:t>
            </a:r>
            <a:r>
              <a:rPr lang="en-GB" b="0" i="0" u="none" strike="noStrike" dirty="0">
                <a:solidFill>
                  <a:srgbClr val="232323"/>
                </a:solidFill>
                <a:effectLst/>
                <a:latin typeface="Verdana" panose="020B0604030504040204" pitchFamily="34" charset="0"/>
              </a:rPr>
              <a:t>sin2(</a:t>
            </a:r>
            <a:r>
              <a:rPr lang="el-GR" b="0" i="0" u="none" strike="noStrike" dirty="0">
                <a:solidFill>
                  <a:srgbClr val="232323"/>
                </a:solidFill>
                <a:effectLst/>
                <a:latin typeface="Verdana" panose="020B0604030504040204" pitchFamily="34" charset="0"/>
              </a:rPr>
              <a:t>Δλ/2)</a:t>
            </a:r>
            <a:r>
              <a:rPr lang="el-GR" b="0" i="0" dirty="0">
                <a:solidFill>
                  <a:srgbClr val="232323"/>
                </a:solidFill>
                <a:effectLst/>
                <a:latin typeface="Verdana" panose="020B0604030504040204" pitchFamily="34" charset="0"/>
              </a:rPr>
              <a:t>(1)</a:t>
            </a:r>
          </a:p>
          <a:p>
            <a:r>
              <a:rPr lang="en-GB" b="0" i="0" u="none" strike="noStrike" dirty="0">
                <a:solidFill>
                  <a:srgbClr val="232323"/>
                </a:solidFill>
                <a:effectLst/>
                <a:latin typeface="MathJax_Math-italic"/>
              </a:rPr>
              <a:t>c</a:t>
            </a:r>
            <a:r>
              <a:rPr lang="en-GB" b="0" i="0" u="none" strike="noStrike" dirty="0">
                <a:solidFill>
                  <a:srgbClr val="232323"/>
                </a:solidFill>
                <a:effectLst/>
                <a:latin typeface="MathJax_Main"/>
              </a:rPr>
              <a:t>=2⋅atan2(</a:t>
            </a:r>
            <a:r>
              <a:rPr lang="en-GB" b="0" i="0" u="none" strike="noStrike" dirty="0">
                <a:solidFill>
                  <a:srgbClr val="232323"/>
                </a:solidFill>
                <a:effectLst/>
                <a:latin typeface="MathJax_Math-italic"/>
              </a:rPr>
              <a:t>a</a:t>
            </a:r>
            <a:r>
              <a:rPr lang="en-GB" b="0" i="0" u="none" strike="noStrike" dirty="0">
                <a:solidFill>
                  <a:srgbClr val="232323"/>
                </a:solidFill>
                <a:effectLst/>
                <a:latin typeface="MathJax_Main"/>
              </a:rPr>
              <a:t>−−√⋅1−</a:t>
            </a:r>
            <a:r>
              <a:rPr lang="en-GB" b="0" i="0" u="none" strike="noStrike" dirty="0">
                <a:solidFill>
                  <a:srgbClr val="232323"/>
                </a:solidFill>
                <a:effectLst/>
                <a:latin typeface="MathJax_Math-italic"/>
              </a:rPr>
              <a:t>a</a:t>
            </a:r>
            <a:r>
              <a:rPr lang="en-GB" b="0" i="0" u="none" strike="noStrike" dirty="0">
                <a:solidFill>
                  <a:srgbClr val="232323"/>
                </a:solidFill>
                <a:effectLst/>
                <a:latin typeface="MathJax_Main"/>
              </a:rPr>
              <a:t>−−−−√)</a:t>
            </a:r>
            <a:r>
              <a:rPr lang="en-GB" b="0" i="0" u="none" strike="noStrike" dirty="0">
                <a:solidFill>
                  <a:srgbClr val="232323"/>
                </a:solidFill>
                <a:effectLst/>
                <a:latin typeface="Verdana" panose="020B0604030504040204" pitchFamily="34" charset="0"/>
              </a:rPr>
              <a:t>c=2⋅atan2(a⋅1−a)</a:t>
            </a:r>
            <a:r>
              <a:rPr lang="en-GB" b="0" i="0" dirty="0">
                <a:solidFill>
                  <a:srgbClr val="232323"/>
                </a:solidFill>
                <a:effectLst/>
                <a:latin typeface="Verdana" panose="020B0604030504040204" pitchFamily="34" charset="0"/>
              </a:rPr>
              <a:t>(2)</a:t>
            </a:r>
          </a:p>
          <a:p>
            <a:r>
              <a:rPr lang="en-GB" b="0" i="0" u="none" strike="noStrike" dirty="0">
                <a:solidFill>
                  <a:srgbClr val="232323"/>
                </a:solidFill>
                <a:effectLst/>
                <a:latin typeface="MathJax_Math-italic"/>
              </a:rPr>
              <a:t>d</a:t>
            </a:r>
            <a:r>
              <a:rPr lang="en-GB" b="0" i="0" u="none" strike="noStrike" dirty="0">
                <a:solidFill>
                  <a:srgbClr val="232323"/>
                </a:solidFill>
                <a:effectLst/>
                <a:latin typeface="MathJax_Main"/>
              </a:rPr>
              <a:t>=</a:t>
            </a:r>
            <a:r>
              <a:rPr lang="en-GB" b="0" i="0" u="none" strike="noStrike" dirty="0" err="1">
                <a:solidFill>
                  <a:srgbClr val="232323"/>
                </a:solidFill>
                <a:effectLst/>
                <a:latin typeface="MathJax_Math-italic"/>
              </a:rPr>
              <a:t>R</a:t>
            </a:r>
            <a:r>
              <a:rPr lang="en-GB" b="0" i="0" u="none" strike="noStrike" dirty="0" err="1">
                <a:solidFill>
                  <a:srgbClr val="232323"/>
                </a:solidFill>
                <a:effectLst/>
                <a:latin typeface="MathJax_Main"/>
              </a:rPr>
              <a:t>⋅</a:t>
            </a:r>
            <a:r>
              <a:rPr lang="en-GB" b="0" i="0" u="none" strike="noStrike" dirty="0" err="1">
                <a:solidFill>
                  <a:srgbClr val="232323"/>
                </a:solidFill>
                <a:effectLst/>
                <a:latin typeface="MathJax_Math-italic"/>
              </a:rPr>
              <a:t>c</a:t>
            </a:r>
            <a:r>
              <a:rPr lang="en-GB" b="0" i="0" u="none" strike="noStrike" dirty="0" err="1">
                <a:solidFill>
                  <a:srgbClr val="232323"/>
                </a:solidFill>
                <a:effectLst/>
                <a:latin typeface="Verdana" panose="020B0604030504040204" pitchFamily="34" charset="0"/>
              </a:rPr>
              <a:t>d</a:t>
            </a:r>
            <a:r>
              <a:rPr lang="en-GB" b="0" i="0" u="none" strike="noStrike" dirty="0">
                <a:solidFill>
                  <a:srgbClr val="232323"/>
                </a:solidFill>
                <a:effectLst/>
                <a:latin typeface="Verdana" panose="020B0604030504040204" pitchFamily="34" charset="0"/>
              </a:rPr>
              <a:t>=</a:t>
            </a:r>
            <a:r>
              <a:rPr lang="en-GB" b="0" i="0" u="none" strike="noStrike" dirty="0" err="1">
                <a:solidFill>
                  <a:srgbClr val="232323"/>
                </a:solidFill>
                <a:effectLst/>
                <a:latin typeface="Verdana" panose="020B0604030504040204" pitchFamily="34" charset="0"/>
              </a:rPr>
              <a:t>R⋅c</a:t>
            </a:r>
            <a:r>
              <a:rPr lang="en-GB" b="0" i="0" dirty="0">
                <a:solidFill>
                  <a:srgbClr val="232323"/>
                </a:solidFill>
                <a:effectLst/>
                <a:latin typeface="Verdana" panose="020B0604030504040204" pitchFamily="34" charset="0"/>
              </a:rPr>
              <a:t>(3)</a:t>
            </a:r>
          </a:p>
          <a:p>
            <a:r>
              <a:rPr lang="en-GB" b="0" i="0" dirty="0">
                <a:solidFill>
                  <a:srgbClr val="232323"/>
                </a:solidFill>
                <a:effectLst/>
                <a:latin typeface="Verdana" panose="020B0604030504040204" pitchFamily="34" charset="0"/>
              </a:rPr>
              <a:t>where: (“</a:t>
            </a:r>
            <a:r>
              <a:rPr lang="el-GR" b="0" i="0" dirty="0">
                <a:solidFill>
                  <a:srgbClr val="232323"/>
                </a:solidFill>
                <a:effectLst/>
                <a:latin typeface="Verdana" panose="020B0604030504040204" pitchFamily="34" charset="0"/>
              </a:rPr>
              <a:t>φ”) = </a:t>
            </a:r>
            <a:r>
              <a:rPr lang="en-GB" b="0" i="0" dirty="0">
                <a:solidFill>
                  <a:srgbClr val="232323"/>
                </a:solidFill>
                <a:effectLst/>
                <a:latin typeface="Verdana" panose="020B0604030504040204" pitchFamily="34" charset="0"/>
              </a:rPr>
              <a:t>latitude;</a:t>
            </a:r>
          </a:p>
          <a:p>
            <a:r>
              <a:rPr lang="en-GB" b="0" i="0" dirty="0">
                <a:solidFill>
                  <a:srgbClr val="232323"/>
                </a:solidFill>
                <a:effectLst/>
                <a:latin typeface="Verdana" panose="020B0604030504040204" pitchFamily="34" charset="0"/>
              </a:rPr>
              <a:t>(“</a:t>
            </a:r>
            <a:r>
              <a:rPr lang="el-GR" b="0" i="0" dirty="0">
                <a:solidFill>
                  <a:srgbClr val="232323"/>
                </a:solidFill>
                <a:effectLst/>
                <a:latin typeface="Verdana" panose="020B0604030504040204" pitchFamily="34" charset="0"/>
              </a:rPr>
              <a:t>λ”) = </a:t>
            </a:r>
            <a:r>
              <a:rPr lang="en-GB" b="0" i="0" dirty="0">
                <a:solidFill>
                  <a:srgbClr val="232323"/>
                </a:solidFill>
                <a:effectLst/>
                <a:latin typeface="Verdana" panose="020B0604030504040204" pitchFamily="34" charset="0"/>
              </a:rPr>
              <a:t>longitude;</a:t>
            </a:r>
          </a:p>
          <a:p>
            <a:r>
              <a:rPr lang="en-GB" b="0" i="0" dirty="0">
                <a:solidFill>
                  <a:srgbClr val="232323"/>
                </a:solidFill>
                <a:effectLst/>
                <a:latin typeface="Verdana" panose="020B0604030504040204" pitchFamily="34" charset="0"/>
              </a:rPr>
              <a:t>(“∆</a:t>
            </a:r>
            <a:r>
              <a:rPr lang="el-GR" b="0" i="0" dirty="0">
                <a:solidFill>
                  <a:srgbClr val="232323"/>
                </a:solidFill>
                <a:effectLst/>
                <a:latin typeface="Verdana" panose="020B0604030504040204" pitchFamily="34" charset="0"/>
              </a:rPr>
              <a:t>φ”) = </a:t>
            </a:r>
            <a:r>
              <a:rPr lang="en-GB" b="0" i="0" dirty="0">
                <a:solidFill>
                  <a:srgbClr val="232323"/>
                </a:solidFill>
                <a:effectLst/>
                <a:latin typeface="Verdana" panose="020B0604030504040204" pitchFamily="34" charset="0"/>
              </a:rPr>
              <a:t>latitude 2 − latitude 1;</a:t>
            </a:r>
          </a:p>
          <a:p>
            <a:r>
              <a:rPr lang="en-GB" b="0" i="0" dirty="0">
                <a:solidFill>
                  <a:srgbClr val="232323"/>
                </a:solidFill>
                <a:effectLst/>
                <a:latin typeface="Verdana" panose="020B0604030504040204" pitchFamily="34" charset="0"/>
              </a:rPr>
              <a:t>(“∆</a:t>
            </a:r>
            <a:r>
              <a:rPr lang="el-GR" b="0" i="0" dirty="0">
                <a:solidFill>
                  <a:srgbClr val="232323"/>
                </a:solidFill>
                <a:effectLst/>
                <a:latin typeface="Verdana" panose="020B0604030504040204" pitchFamily="34" charset="0"/>
              </a:rPr>
              <a:t>λ”) = </a:t>
            </a:r>
            <a:r>
              <a:rPr lang="en-GB" b="0" i="0" dirty="0">
                <a:solidFill>
                  <a:srgbClr val="232323"/>
                </a:solidFill>
                <a:effectLst/>
                <a:latin typeface="Verdana" panose="020B0604030504040204" pitchFamily="34" charset="0"/>
              </a:rPr>
              <a:t>longitude 2 − longitude 1;</a:t>
            </a:r>
          </a:p>
          <a:p>
            <a:r>
              <a:rPr lang="en-GB" b="0" i="0" dirty="0">
                <a:solidFill>
                  <a:srgbClr val="232323"/>
                </a:solidFill>
                <a:effectLst/>
                <a:latin typeface="Verdana" panose="020B0604030504040204" pitchFamily="34" charset="0"/>
              </a:rPr>
              <a:t>R = earth radius (6371 meters);</a:t>
            </a:r>
          </a:p>
          <a:p>
            <a:r>
              <a:rPr lang="en-GB" b="0" i="0" dirty="0">
                <a:solidFill>
                  <a:srgbClr val="232323"/>
                </a:solidFill>
                <a:effectLst/>
                <a:latin typeface="Verdana" panose="020B0604030504040204" pitchFamily="34" charset="0"/>
              </a:rPr>
              <a:t>d = distance between the two location</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44" name="Title 1"/>
          <p:cNvSpPr>
            <a:spLocks noGrp="1"/>
          </p:cNvSpPr>
          <p:nvPr>
            <p:ph type="title"/>
          </p:nvPr>
        </p:nvSpPr>
        <p:spPr/>
        <p:txBody>
          <a:bodyPr/>
          <a:lstStyle/>
          <a:p>
            <a:r>
              <a:rPr lang="en-GB" b="1" i="0" dirty="0">
                <a:solidFill>
                  <a:srgbClr val="31849B"/>
                </a:solidFill>
                <a:effectLst/>
                <a:latin typeface="Verdana" panose="020B0604030504040204" pitchFamily="34" charset="0"/>
              </a:rPr>
              <a:t>Arrival Time Calculation</a:t>
            </a:r>
            <a:endParaRPr lang="en-US" dirty="0"/>
          </a:p>
        </p:txBody>
      </p:sp>
      <p:sp>
        <p:nvSpPr>
          <p:cNvPr id="1050345" name="Content Placeholder 2"/>
          <p:cNvSpPr>
            <a:spLocks noGrp="1"/>
          </p:cNvSpPr>
          <p:nvPr>
            <p:ph idx="1"/>
          </p:nvPr>
        </p:nvSpPr>
        <p:spPr/>
        <p:txBody>
          <a:bodyPr>
            <a:normAutofit/>
          </a:bodyPr>
          <a:lstStyle/>
          <a:p>
            <a:r>
              <a:rPr lang="en-GB" b="0" i="0" dirty="0">
                <a:solidFill>
                  <a:srgbClr val="232323"/>
                </a:solidFill>
                <a:effectLst/>
                <a:latin typeface="Verdana" panose="020B0604030504040204" pitchFamily="34" charset="0"/>
              </a:rPr>
              <a:t>The arrival time of each bus, which will appear in the Android app, is calculated based on the following equation.</a:t>
            </a:r>
          </a:p>
          <a:p>
            <a:r>
              <a:rPr lang="en-GB" b="0" i="0" u="none" strike="noStrike" dirty="0">
                <a:solidFill>
                  <a:srgbClr val="232323"/>
                </a:solidFill>
                <a:effectLst/>
                <a:latin typeface="MathJax_Math-italic"/>
              </a:rPr>
              <a:t>t</a:t>
            </a:r>
            <a:r>
              <a:rPr lang="en-GB" b="0" i="0" u="none" strike="noStrike" dirty="0">
                <a:solidFill>
                  <a:srgbClr val="232323"/>
                </a:solidFill>
                <a:effectLst/>
                <a:latin typeface="MathJax_Main"/>
              </a:rPr>
              <a:t>=</a:t>
            </a:r>
            <a:r>
              <a:rPr lang="en-GB" b="0" i="0" u="none" strike="noStrike" dirty="0">
                <a:solidFill>
                  <a:srgbClr val="232323"/>
                </a:solidFill>
                <a:effectLst/>
                <a:latin typeface="MathJax_Math-italic"/>
              </a:rPr>
              <a:t>d</a:t>
            </a:r>
            <a:r>
              <a:rPr lang="en-GB" b="0" i="0" u="none" strike="noStrike" dirty="0">
                <a:solidFill>
                  <a:srgbClr val="232323"/>
                </a:solidFill>
                <a:effectLst/>
                <a:latin typeface="MathJax_Main"/>
              </a:rPr>
              <a:t>/</a:t>
            </a:r>
            <a:r>
              <a:rPr lang="en-GB" b="0" i="0" u="none" strike="noStrike" dirty="0">
                <a:solidFill>
                  <a:srgbClr val="232323"/>
                </a:solidFill>
                <a:effectLst/>
                <a:latin typeface="MathJax_Math-italic"/>
              </a:rPr>
              <a:t>s</a:t>
            </a:r>
            <a:r>
              <a:rPr lang="en-GB" b="0" i="0" u="none" strike="noStrike" dirty="0">
                <a:solidFill>
                  <a:srgbClr val="232323"/>
                </a:solidFill>
                <a:effectLst/>
                <a:latin typeface="MathJax_Main"/>
              </a:rPr>
              <a:t>∗60</a:t>
            </a:r>
            <a:r>
              <a:rPr lang="en-GB" b="0" i="0" u="none" strike="noStrike" dirty="0">
                <a:solidFill>
                  <a:srgbClr val="232323"/>
                </a:solidFill>
                <a:effectLst/>
                <a:latin typeface="Verdana" panose="020B0604030504040204" pitchFamily="34" charset="0"/>
              </a:rPr>
              <a:t>t=d/s∗60</a:t>
            </a:r>
            <a:r>
              <a:rPr lang="en-GB" b="0" i="0" dirty="0">
                <a:solidFill>
                  <a:srgbClr val="232323"/>
                </a:solidFill>
                <a:effectLst/>
                <a:latin typeface="Verdana" panose="020B0604030504040204" pitchFamily="34" charset="0"/>
              </a:rPr>
              <a:t>(4)</a:t>
            </a:r>
          </a:p>
          <a:p>
            <a:r>
              <a:rPr lang="en-GB" b="0" i="0" dirty="0">
                <a:solidFill>
                  <a:srgbClr val="232323"/>
                </a:solidFill>
                <a:effectLst/>
                <a:latin typeface="Verdana" panose="020B0604030504040204" pitchFamily="34" charset="0"/>
              </a:rPr>
              <a:t>where: t = arrival time of bus.</a:t>
            </a:r>
          </a:p>
          <a:p>
            <a:r>
              <a:rPr lang="en-GB" b="0" i="0" dirty="0">
                <a:solidFill>
                  <a:srgbClr val="232323"/>
                </a:solidFill>
                <a:effectLst/>
                <a:latin typeface="Verdana" panose="020B0604030504040204" pitchFamily="34" charset="0"/>
              </a:rPr>
              <a:t>d = distance between the passenger and bus location that get from Equation (3).</a:t>
            </a:r>
          </a:p>
          <a:p>
            <a:r>
              <a:rPr lang="en-GB" b="0" i="0" dirty="0">
                <a:solidFill>
                  <a:srgbClr val="232323"/>
                </a:solidFill>
                <a:effectLst/>
                <a:latin typeface="Verdana" panose="020B0604030504040204" pitchFamily="34" charset="0"/>
              </a:rPr>
              <a:t>s = average speed of bus along route.</a:t>
            </a:r>
          </a:p>
          <a:p>
            <a:r>
              <a:rPr lang="en-GB" b="0" i="0" dirty="0">
                <a:solidFill>
                  <a:srgbClr val="232323"/>
                </a:solidFill>
                <a:effectLst/>
                <a:latin typeface="Verdana" panose="020B0604030504040204" pitchFamily="34" charset="0"/>
              </a:rPr>
              <a:t>To convert the arrival time (t) that will be obtained from Equation (3) from an hour into a minute, it is multiplied by 60 (one hour into a minute).</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51" name="Title 1"/>
          <p:cNvSpPr>
            <a:spLocks noGrp="1"/>
          </p:cNvSpPr>
          <p:nvPr>
            <p:ph type="title"/>
          </p:nvPr>
        </p:nvSpPr>
        <p:spPr>
          <a:xfrm>
            <a:off x="1062851" y="2357826"/>
            <a:ext cx="2793158" cy="1600200"/>
          </a:xfrm>
        </p:spPr>
        <p:txBody>
          <a:bodyPr anchor="b"/>
          <a:lstStyle/>
          <a:p>
            <a:r>
              <a:rPr lang="en-GB" b="0" i="0" dirty="0">
                <a:solidFill>
                  <a:srgbClr val="FFFFFF"/>
                </a:solidFill>
                <a:effectLst/>
                <a:latin typeface="Verdana" panose="020B0604030504040204" pitchFamily="34" charset="0"/>
              </a:rPr>
              <a:t>Smart public transportation system flowchart</a:t>
            </a:r>
            <a:endParaRPr lang="en-US" dirty="0">
              <a:solidFill>
                <a:srgbClr val="FFFFFF"/>
              </a:solidFill>
            </a:endParaRPr>
          </a:p>
        </p:txBody>
      </p:sp>
      <p:pic>
        <p:nvPicPr>
          <p:cNvPr id="2097274" name="Picture Placeholder 9"/>
          <p:cNvPicPr>
            <a:picLocks noGrp="1" noChangeAspect="1"/>
          </p:cNvPicPr>
          <p:nvPr>
            <p:ph idx="1"/>
          </p:nvPr>
        </p:nvPicPr>
        <p:blipFill>
          <a:blip r:embed="rId3"/>
          <a:stretch>
            <a:fillRect/>
          </a:stretch>
        </p:blipFill>
        <p:spPr>
          <a:xfrm>
            <a:off x="7547700" y="360853"/>
            <a:ext cx="2762182" cy="6378129"/>
          </a:xfrm>
        </p:spPr>
      </p:pic>
    </p:spTree>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58" name="Title 1"/>
          <p:cNvSpPr>
            <a:spLocks noGrp="1"/>
          </p:cNvSpPr>
          <p:nvPr>
            <p:ph type="title"/>
          </p:nvPr>
        </p:nvSpPr>
        <p:spPr/>
        <p:txBody>
          <a:bodyPr/>
          <a:lstStyle/>
          <a:p>
            <a:r>
              <a:rPr lang="en-GB" b="1" i="0" dirty="0">
                <a:solidFill>
                  <a:srgbClr val="31849B"/>
                </a:solidFill>
                <a:effectLst/>
                <a:latin typeface="Verdana" panose="020B0604030504040204" pitchFamily="34" charset="0"/>
              </a:rPr>
              <a:t>Arrival Time Accuracy Analysis</a:t>
            </a:r>
            <a:endParaRPr lang="en-US" dirty="0"/>
          </a:p>
        </p:txBody>
      </p:sp>
      <p:sp>
        <p:nvSpPr>
          <p:cNvPr id="1050359" name="Content Placeholder 2"/>
          <p:cNvSpPr>
            <a:spLocks noGrp="1"/>
          </p:cNvSpPr>
          <p:nvPr>
            <p:ph idx="1"/>
          </p:nvPr>
        </p:nvSpPr>
        <p:spPr/>
        <p:txBody>
          <a:bodyPr/>
          <a:lstStyle/>
          <a:p>
            <a:r>
              <a:rPr lang="en-GB" b="0" i="0" dirty="0">
                <a:solidFill>
                  <a:srgbClr val="232323"/>
                </a:solidFill>
                <a:effectLst/>
                <a:latin typeface="Verdana" panose="020B0604030504040204" pitchFamily="34" charset="0"/>
              </a:rPr>
              <a:t>The arrival time between two points calculated based on Equation (4) as shown in </a:t>
            </a:r>
            <a:r>
              <a:rPr lang="en-GB" b="0" i="0" u="none" strike="noStrike" dirty="0">
                <a:solidFill>
                  <a:srgbClr val="0B4FA7"/>
                </a:solidFill>
                <a:effectLst/>
                <a:latin typeface="Verdana" panose="020B0604030504040204" pitchFamily="34" charset="0"/>
                <a:hlinkClick r:id="rId3"/>
              </a:rPr>
              <a:t>Figure 7</a:t>
            </a:r>
            <a:r>
              <a:rPr lang="en-GB" b="0" i="0" dirty="0">
                <a:solidFill>
                  <a:srgbClr val="232323"/>
                </a:solidFill>
                <a:effectLst/>
                <a:latin typeface="Verdana" panose="020B0604030504040204" pitchFamily="34" charset="0"/>
              </a:rPr>
              <a:t>, where time accuracy depends on the accuracy of the distance in </a:t>
            </a:r>
            <a:r>
              <a:rPr lang="en-GB" b="0" i="0" u="none" strike="noStrike" dirty="0">
                <a:solidFill>
                  <a:srgbClr val="0B4FA7"/>
                </a:solidFill>
                <a:effectLst/>
                <a:latin typeface="Verdana" panose="020B0604030504040204" pitchFamily="34" charset="0"/>
                <a:hlinkClick r:id="rId3"/>
              </a:rPr>
              <a:t>Table 3</a:t>
            </a:r>
            <a:r>
              <a:rPr lang="en-GB" b="0" i="0" dirty="0">
                <a:solidFill>
                  <a:srgbClr val="232323"/>
                </a:solidFill>
                <a:effectLst/>
                <a:latin typeface="Verdana" panose="020B0604030504040204" pitchFamily="34" charset="0"/>
              </a:rPr>
              <a:t>.</a:t>
            </a:r>
          </a:p>
          <a:p>
            <a:r>
              <a:rPr lang="en-GB" b="0" i="0" u="none" strike="noStrike" dirty="0">
                <a:solidFill>
                  <a:srgbClr val="0B4FA7"/>
                </a:solidFill>
                <a:effectLst/>
                <a:latin typeface="Verdana" panose="020B0604030504040204" pitchFamily="34" charset="0"/>
                <a:hlinkClick r:id="rId3"/>
              </a:rPr>
              <a:t>Figure 7</a:t>
            </a:r>
            <a:r>
              <a:rPr lang="en-GB" b="0" i="0" dirty="0">
                <a:solidFill>
                  <a:srgbClr val="232323"/>
                </a:solidFill>
                <a:effectLst/>
                <a:latin typeface="Verdana" panose="020B0604030504040204" pitchFamily="34" charset="0"/>
              </a:rPr>
              <a:t> shows the average speed registered along route during 13 minute.</a:t>
            </a:r>
          </a:p>
          <a:p>
            <a:r>
              <a:rPr lang="en-GB" b="0" i="0" u="none" strike="noStrike" dirty="0">
                <a:solidFill>
                  <a:srgbClr val="0B4FA7"/>
                </a:solidFill>
                <a:effectLst/>
                <a:latin typeface="Verdana" panose="020B0604030504040204" pitchFamily="34" charset="0"/>
                <a:hlinkClick r:id="rId3"/>
              </a:rPr>
              <a:t>Table 3</a:t>
            </a:r>
            <a:r>
              <a:rPr lang="en-GB" b="0" i="0" dirty="0">
                <a:solidFill>
                  <a:srgbClr val="232323"/>
                </a:solidFill>
                <a:effectLst/>
                <a:latin typeface="Verdana" panose="020B0604030504040204" pitchFamily="34" charset="0"/>
              </a:rPr>
              <a:t> displays the some overall results obtained applying the Equations (1)-(4) of the proposed system.</a:t>
            </a:r>
          </a:p>
          <a:p>
            <a:endParaRPr lang="en-US" dirty="0"/>
          </a:p>
        </p:txBody>
      </p:sp>
    </p:spTree>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65" name="Title 1"/>
          <p:cNvSpPr>
            <a:spLocks noGrp="1"/>
          </p:cNvSpPr>
          <p:nvPr>
            <p:ph type="title"/>
          </p:nvPr>
        </p:nvSpPr>
        <p:spPr/>
        <p:txBody>
          <a:bodyPr>
            <a:normAutofit fontScale="90000"/>
          </a:bodyPr>
          <a:lstStyle/>
          <a:p>
            <a:r>
              <a:rPr lang="en-GB" b="0" i="0" dirty="0">
                <a:solidFill>
                  <a:srgbClr val="FFFFFF"/>
                </a:solidFill>
                <a:effectLst/>
                <a:latin typeface="Verdana" panose="020B0604030504040204" pitchFamily="34" charset="0"/>
              </a:rPr>
              <a:t>Graphic comparison of distance (a) Day 1, (b) Day 2, </a:t>
            </a:r>
            <a:endParaRPr lang="en-US" dirty="0">
              <a:solidFill>
                <a:srgbClr val="FFFFFF"/>
              </a:solidFill>
            </a:endParaRPr>
          </a:p>
        </p:txBody>
      </p:sp>
      <p:pic>
        <p:nvPicPr>
          <p:cNvPr id="2097275" name="Content Placeholder 5"/>
          <p:cNvPicPr>
            <a:picLocks noGrp="1" noChangeAspect="1"/>
          </p:cNvPicPr>
          <p:nvPr>
            <p:ph sz="half" idx="1"/>
          </p:nvPr>
        </p:nvPicPr>
        <p:blipFill>
          <a:blip r:embed="rId3"/>
          <a:stretch>
            <a:fillRect/>
          </a:stretch>
        </p:blipFill>
        <p:spPr>
          <a:xfrm>
            <a:off x="1179844" y="2820742"/>
            <a:ext cx="4295387" cy="3072566"/>
          </a:xfrm>
          <a:prstGeom prst="rect">
            <a:avLst/>
          </a:prstGeom>
        </p:spPr>
      </p:pic>
      <p:pic>
        <p:nvPicPr>
          <p:cNvPr id="2097276" name="Content Placeholder 9"/>
          <p:cNvPicPr>
            <a:picLocks noGrp="1" noChangeAspect="1"/>
          </p:cNvPicPr>
          <p:nvPr>
            <p:ph sz="half" idx="2"/>
          </p:nvPr>
        </p:nvPicPr>
        <p:blipFill>
          <a:blip r:embed="rId4"/>
          <a:stretch>
            <a:fillRect/>
          </a:stretch>
        </p:blipFill>
        <p:spPr>
          <a:xfrm>
            <a:off x="6096000" y="2820742"/>
            <a:ext cx="4295387" cy="3072565"/>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71" name="Title 1"/>
          <p:cNvSpPr>
            <a:spLocks noGrp="1"/>
          </p:cNvSpPr>
          <p:nvPr>
            <p:ph type="title"/>
          </p:nvPr>
        </p:nvSpPr>
        <p:spPr/>
        <p:txBody>
          <a:bodyPr/>
          <a:lstStyle/>
          <a:p>
            <a:r>
              <a:rPr lang="en-GB" b="0" i="0" dirty="0">
                <a:solidFill>
                  <a:srgbClr val="FFFFFF"/>
                </a:solidFill>
                <a:effectLst/>
                <a:latin typeface="Verdana" panose="020B0604030504040204" pitchFamily="34" charset="0"/>
              </a:rPr>
              <a:t>Graphic of average speed over the time the GPS-Data.</a:t>
            </a:r>
            <a:endParaRPr lang="en-US" dirty="0">
              <a:solidFill>
                <a:srgbClr val="FFFFFF"/>
              </a:solidFill>
            </a:endParaRPr>
          </a:p>
        </p:txBody>
      </p:sp>
      <p:pic>
        <p:nvPicPr>
          <p:cNvPr id="2097277" name="Content Placeholder 6"/>
          <p:cNvPicPr>
            <a:picLocks noGrp="1" noChangeAspect="1"/>
          </p:cNvPicPr>
          <p:nvPr>
            <p:ph idx="1"/>
          </p:nvPr>
        </p:nvPicPr>
        <p:blipFill>
          <a:blip r:embed="rId3"/>
          <a:stretch>
            <a:fillRect/>
          </a:stretch>
        </p:blipFill>
        <p:spPr>
          <a:xfrm>
            <a:off x="2430732" y="2684252"/>
            <a:ext cx="7180860" cy="3532398"/>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0377" name="Title 1"/>
          <p:cNvSpPr>
            <a:spLocks noGrp="1"/>
          </p:cNvSpPr>
          <p:nvPr>
            <p:ph type="title"/>
          </p:nvPr>
        </p:nvSpPr>
        <p:spPr/>
        <p:txBody>
          <a:bodyPr/>
          <a:lstStyle/>
          <a:p>
            <a:r>
              <a:rPr lang="en-GB" b="1" i="0" u="sng" dirty="0">
                <a:solidFill>
                  <a:srgbClr val="31849B"/>
                </a:solidFill>
                <a:effectLst/>
                <a:latin typeface="Verdana" panose="020B0604030504040204" pitchFamily="34" charset="0"/>
              </a:rPr>
              <a:t>Conclusion and Future Work</a:t>
            </a:r>
            <a:endParaRPr lang="en-US" dirty="0"/>
          </a:p>
        </p:txBody>
      </p:sp>
      <p:sp>
        <p:nvSpPr>
          <p:cNvPr id="1050378" name="Content Placeholder 2"/>
          <p:cNvSpPr>
            <a:spLocks noGrp="1"/>
          </p:cNvSpPr>
          <p:nvPr>
            <p:ph idx="1"/>
          </p:nvPr>
        </p:nvSpPr>
        <p:spPr/>
        <p:txBody>
          <a:bodyPr>
            <a:noAutofit/>
          </a:bodyPr>
          <a:lstStyle/>
          <a:p>
            <a:r>
              <a:rPr lang="en-GB" sz="1400" b="0" i="0" dirty="0">
                <a:solidFill>
                  <a:srgbClr val="232323"/>
                </a:solidFill>
                <a:effectLst/>
                <a:latin typeface="Verdana" panose="020B0604030504040204" pitchFamily="34" charset="0"/>
              </a:rPr>
              <a:t>This paper introduces a prototype of a smart public transport system that is designed and implemented using </a:t>
            </a:r>
            <a:r>
              <a:rPr lang="en-GB" sz="1400" b="0" i="0" dirty="0" err="1">
                <a:solidFill>
                  <a:srgbClr val="232323"/>
                </a:solidFill>
                <a:effectLst/>
                <a:latin typeface="Verdana" panose="020B0604030504040204" pitchFamily="34" charset="0"/>
              </a:rPr>
              <a:t>IoT</a:t>
            </a:r>
            <a:r>
              <a:rPr lang="en-GB" sz="1400" b="0" i="0" dirty="0">
                <a:solidFill>
                  <a:srgbClr val="232323"/>
                </a:solidFill>
                <a:effectLst/>
                <a:latin typeface="Verdana" panose="020B0604030504040204" pitchFamily="34" charset="0"/>
              </a:rPr>
              <a:t> technology, GPS, and ESP32.</a:t>
            </a:r>
            <a:endParaRPr lang="en-US" sz="1400" b="0" i="0" dirty="0">
              <a:solidFill>
                <a:srgbClr val="232323"/>
              </a:solidFill>
              <a:effectLst/>
              <a:latin typeface="Verdana" panose="020B0604030504040204" pitchFamily="34" charset="0"/>
            </a:endParaRPr>
          </a:p>
          <a:p>
            <a:r>
              <a:rPr lang="en-GB" sz="1400" b="0" i="0" dirty="0">
                <a:solidFill>
                  <a:srgbClr val="232323"/>
                </a:solidFill>
                <a:effectLst/>
                <a:latin typeface="Verdana" panose="020B0604030504040204" pitchFamily="34" charset="0"/>
              </a:rPr>
              <a:t> This system shows that it can use GPS-Data only to get real-time information about buses, such as the current location of the bus, speed, arrival time, and distance.</a:t>
            </a:r>
            <a:endParaRPr lang="en-US" sz="1400" b="0" i="0" dirty="0">
              <a:solidFill>
                <a:srgbClr val="232323"/>
              </a:solidFill>
              <a:effectLst/>
              <a:latin typeface="Verdana" panose="020B0604030504040204" pitchFamily="34" charset="0"/>
            </a:endParaRPr>
          </a:p>
          <a:p>
            <a:r>
              <a:rPr lang="en-GB" sz="1400" b="0" i="0" dirty="0">
                <a:solidFill>
                  <a:srgbClr val="232323"/>
                </a:solidFill>
                <a:effectLst/>
                <a:latin typeface="Verdana" panose="020B0604030504040204" pitchFamily="34" charset="0"/>
              </a:rPr>
              <a:t> This system offers solutions for users of public transport who take a bus to reach their destinations. </a:t>
            </a:r>
            <a:endParaRPr lang="en-US" sz="1400" b="0" i="0" dirty="0">
              <a:solidFill>
                <a:srgbClr val="232323"/>
              </a:solidFill>
              <a:effectLst/>
              <a:latin typeface="Verdana" panose="020B0604030504040204" pitchFamily="34" charset="0"/>
            </a:endParaRPr>
          </a:p>
          <a:p>
            <a:r>
              <a:rPr lang="en-GB" sz="1400" b="0" i="0" dirty="0">
                <a:solidFill>
                  <a:srgbClr val="232323"/>
                </a:solidFill>
                <a:effectLst/>
                <a:latin typeface="Verdana" panose="020B0604030504040204" pitchFamily="34" charset="0"/>
              </a:rPr>
              <a:t>This system will help them to reduce the waiting time at the bus station because it provides passengers with necessary information about buses, like the current location of buses, the speed of the bus, arrival time, and the distance.</a:t>
            </a:r>
            <a:endParaRPr lang="en-US" sz="1400" b="0" i="0" dirty="0">
              <a:solidFill>
                <a:srgbClr val="232323"/>
              </a:solidFill>
              <a:effectLst/>
              <a:latin typeface="Verdana" panose="020B0604030504040204" pitchFamily="34" charset="0"/>
            </a:endParaRPr>
          </a:p>
          <a:p>
            <a:r>
              <a:rPr lang="en-GB" sz="1400" b="0" i="0" dirty="0">
                <a:solidFill>
                  <a:srgbClr val="232323"/>
                </a:solidFill>
                <a:effectLst/>
                <a:latin typeface="Verdana" panose="020B0604030504040204" pitchFamily="34" charset="0"/>
              </a:rPr>
              <a:t> The distance between the user and the bus location, which is calculated using the </a:t>
            </a:r>
            <a:r>
              <a:rPr lang="en-GB" sz="1400" b="0" i="0" dirty="0" err="1">
                <a:solidFill>
                  <a:srgbClr val="232323"/>
                </a:solidFill>
                <a:effectLst/>
                <a:latin typeface="Verdana" panose="020B0604030504040204" pitchFamily="34" charset="0"/>
              </a:rPr>
              <a:t>Haversine</a:t>
            </a:r>
            <a:r>
              <a:rPr lang="en-GB" sz="1400" b="0" i="0" dirty="0">
                <a:solidFill>
                  <a:srgbClr val="232323"/>
                </a:solidFill>
                <a:effectLst/>
                <a:latin typeface="Verdana" panose="020B0604030504040204" pitchFamily="34" charset="0"/>
              </a:rPr>
              <a:t> equation with a minimum error of 8 meters, and the arrival time of each bus is calculated based on the distance and the average speed of the bus registered along the road.</a:t>
            </a:r>
            <a:endParaRPr lang="en-US" sz="1400" b="0" i="0" dirty="0">
              <a:solidFill>
                <a:srgbClr val="232323"/>
              </a:solidFill>
              <a:effectLst/>
              <a:latin typeface="Verdana" panose="020B0604030504040204" pitchFamily="34" charset="0"/>
            </a:endParaRPr>
          </a:p>
          <a:p>
            <a:r>
              <a:rPr lang="en-GB" sz="1400" b="0" i="0" dirty="0">
                <a:solidFill>
                  <a:srgbClr val="232323"/>
                </a:solidFill>
                <a:effectLst/>
                <a:latin typeface="Verdana" panose="020B0604030504040204" pitchFamily="34" charset="0"/>
              </a:rPr>
              <a:t> The system is practical and reliable for transmitting data using Wi-Fi, compared with other systems that are based on GPS-GSM technology. </a:t>
            </a:r>
            <a:endParaRPr lang="en-US" sz="1400" b="0" i="0" dirty="0">
              <a:solidFill>
                <a:srgbClr val="232323"/>
              </a:solidFill>
              <a:effectLst/>
              <a:latin typeface="Verdana" panose="020B0604030504040204" pitchFamily="34" charset="0"/>
            </a:endParaRPr>
          </a:p>
          <a:p>
            <a:r>
              <a:rPr lang="en-GB" sz="1400" b="0" i="0" dirty="0">
                <a:solidFill>
                  <a:srgbClr val="232323"/>
                </a:solidFill>
                <a:effectLst/>
                <a:latin typeface="Verdana" panose="020B0604030504040204" pitchFamily="34" charset="0"/>
              </a:rPr>
              <a:t>Future work: The mobile application will be developed by adding additional features, using an IR sensor to count the number of passengers on the bus, and using RFID tags to implement an electronic ticketing system.</a:t>
            </a:r>
            <a:endParaRPr lang="en-US" sz="1400" dirty="0"/>
          </a:p>
        </p:txBody>
      </p:sp>
    </p:spTree>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BDFEB-123D-A146-12F9-AC2DD73F1EA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424B1F0-5610-9EA4-686A-F143E688BB13}"/>
              </a:ext>
            </a:extLst>
          </p:cNvPr>
          <p:cNvSpPr>
            <a:spLocks noGrp="1"/>
          </p:cNvSpPr>
          <p:nvPr>
            <p:ph idx="1"/>
          </p:nvPr>
        </p:nvSpPr>
        <p:spPr/>
        <p:txBody>
          <a:bodyPr/>
          <a:lstStyle/>
          <a:p>
            <a:pPr marL="0" indent="0">
              <a:buNone/>
            </a:pPr>
            <a:r>
              <a:rPr lang="en-US" b="1" dirty="0">
                <a:solidFill>
                  <a:srgbClr val="FF0000"/>
                </a:solidFill>
                <a:latin typeface="Algerian" pitchFamily="82" charset="0"/>
                <a:ea typeface="ADLaM Display" panose="02010000000000000000" pitchFamily="2" charset="0"/>
                <a:cs typeface="ADLaM Display" panose="02010000000000000000" pitchFamily="2" charset="0"/>
              </a:rPr>
              <a:t>SUBMITTED BY:</a:t>
            </a:r>
          </a:p>
          <a:p>
            <a:pPr marL="0" indent="0">
              <a:buNone/>
            </a:pPr>
            <a:r>
              <a:rPr lang="en-US" dirty="0"/>
              <a:t>            </a:t>
            </a:r>
            <a:r>
              <a:rPr lang="en-US" dirty="0">
                <a:latin typeface="Algerian" pitchFamily="82" charset="0"/>
              </a:rPr>
              <a:t>NAME</a:t>
            </a:r>
            <a:r>
              <a:rPr lang="en-US">
                <a:latin typeface="Algerian" pitchFamily="82" charset="0"/>
              </a:rPr>
              <a:t>: V KANIMOZHI</a:t>
            </a:r>
            <a:endParaRPr lang="en-US" dirty="0">
              <a:latin typeface="Algerian" pitchFamily="82" charset="0"/>
            </a:endParaRPr>
          </a:p>
          <a:p>
            <a:pPr marL="0" indent="0">
              <a:buNone/>
            </a:pPr>
            <a:r>
              <a:rPr lang="en-US" dirty="0">
                <a:latin typeface="Algerian" pitchFamily="82" charset="0"/>
              </a:rPr>
              <a:t>              YEAR: III</a:t>
            </a:r>
          </a:p>
          <a:p>
            <a:pPr marL="0" indent="0">
              <a:buNone/>
            </a:pPr>
            <a:r>
              <a:rPr lang="en-US" dirty="0">
                <a:latin typeface="Algerian" pitchFamily="82" charset="0"/>
              </a:rPr>
              <a:t>              DEPT: COMPUTER SCIENCE AND ENGINEERING </a:t>
            </a:r>
          </a:p>
          <a:p>
            <a:pPr marL="0" indent="0">
              <a:buNone/>
            </a:pPr>
            <a:r>
              <a:rPr lang="en-US" dirty="0">
                <a:latin typeface="Algerian" pitchFamily="82" charset="0"/>
              </a:rPr>
              <a:t>              COLLEGE: UNIVERSITY COLLEGE OF ENGINEERING,THIRUKKUVALAI</a:t>
            </a:r>
            <a:endParaRPr lang="en-US" dirty="0"/>
          </a:p>
        </p:txBody>
      </p:sp>
    </p:spTree>
    <p:extLst>
      <p:ext uri="{BB962C8B-B14F-4D97-AF65-F5344CB8AC3E}">
        <p14:creationId xmlns:p14="http://schemas.microsoft.com/office/powerpoint/2010/main" val="135266356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image" Target="../media/image2.jpeg"/></Relationships>
</file>

<file path=ppt/theme/_rels/themeOverride1.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4.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5.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6.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7.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8.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9.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0.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1.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2.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3.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4.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5.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6.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7.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8.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19.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0.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1.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2.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3.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4.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5.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6.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7.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8.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29.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0.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1.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2.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3.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4.xml.rels><?xml version="1.0" encoding="UTF-8" standalone="yes"?>
<Relationships xmlns="http://schemas.openxmlformats.org/package/2006/relationships"><Relationship Id="rId1" Type="http://schemas.openxmlformats.org/officeDocument/2006/relationships/image" Target="../media/image1.jpeg"/></Relationships>
</file>

<file path=ppt/theme/_rels/themeOverride35.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TF10001029">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Elements>
  <a:objectDefaults/>
  <a:extraClrSchemeLst/>
</a:theme>
</file>

<file path=ppt/theme/theme2.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3.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4.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5.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6.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7.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8.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9.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10.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1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12.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fillRect/>
          </a:stretch>
        </a:blipFill>
      </a:bgFillStyleLst>
    </a:fmtScheme>
  </a:themeElements>
  <a:objectDefaults/>
  <a:extraClrSchemeLst/>
</a:theme>
</file>

<file path=ppt/theme/theme13.xml><?xml version="1.0" encoding="utf-8"?>
<a:theme xmlns:a="http://schemas.openxmlformats.org/drawingml/2006/main" name="TM04033917[[fn=Berlin]]_novariants">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theme>
</file>

<file path=ppt/theme/theme14.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theme>
</file>

<file path=ppt/theme/theme1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Override1.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4.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5.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6.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7.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8.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9.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0.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1.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2.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3.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4.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5.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6.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7.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8.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19.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0.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1.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2.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3.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4.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5.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6.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7.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8.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29.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0.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1.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2.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3.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4.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ppt/theme/themeOverride35.xml><?xml version="1.0" encoding="utf-8"?>
<a:themeOverride xmlns:a="http://schemas.openxmlformats.org/drawingml/2006/main">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fillRect/>
        </a:stretch>
      </a:blipFill>
    </a:bgFillStyleLst>
  </a:fmtScheme>
</a:themeOverride>
</file>

<file path=docProps/app.xml><?xml version="1.0" encoding="utf-8"?>
<Properties xmlns="http://schemas.openxmlformats.org/officeDocument/2006/extended-properties" xmlns:vt="http://schemas.openxmlformats.org/officeDocument/2006/docPropsVTypes">
  <TotalTime>3</TotalTime>
  <Words>3735</Words>
  <Application>Microsoft Office PowerPoint</Application>
  <PresentationFormat>Widescreen</PresentationFormat>
  <Paragraphs>173</Paragraphs>
  <Slides>50</Slides>
  <Notes>0</Notes>
  <HiddenSlides>0</HiddenSlides>
  <MMClips>0</MMClips>
  <ScaleCrop>false</ScaleCrop>
  <HeadingPairs>
    <vt:vector size="6" baseType="variant">
      <vt:variant>
        <vt:lpstr>Fonts Used</vt:lpstr>
      </vt:variant>
      <vt:variant>
        <vt:i4>22</vt:i4>
      </vt:variant>
      <vt:variant>
        <vt:lpstr>Theme</vt:lpstr>
      </vt:variant>
      <vt:variant>
        <vt:i4>14</vt:i4>
      </vt:variant>
      <vt:variant>
        <vt:lpstr>Slide Titles</vt:lpstr>
      </vt:variant>
      <vt:variant>
        <vt:i4>50</vt:i4>
      </vt:variant>
    </vt:vector>
  </HeadingPairs>
  <TitlesOfParts>
    <vt:vector size="86" baseType="lpstr">
      <vt:lpstr>ADLaM Display</vt:lpstr>
      <vt:lpstr>Algerian</vt:lpstr>
      <vt:lpstr>-apple-system</vt:lpstr>
      <vt:lpstr>Arial</vt:lpstr>
      <vt:lpstr>Arial Rounded MT Bold</vt:lpstr>
      <vt:lpstr>Bodoni MT Black</vt:lpstr>
      <vt:lpstr>Calibri</vt:lpstr>
      <vt:lpstr>Century Gothic</vt:lpstr>
      <vt:lpstr>ElsevierGulliver</vt:lpstr>
      <vt:lpstr>FrutigerLTW02</vt:lpstr>
      <vt:lpstr>Garamond</vt:lpstr>
      <vt:lpstr>Gill Sans MT</vt:lpstr>
      <vt:lpstr>Google Sans</vt:lpstr>
      <vt:lpstr>MathJax_Main</vt:lpstr>
      <vt:lpstr>MathJax_Math-italic</vt:lpstr>
      <vt:lpstr>Montserrat</vt:lpstr>
      <vt:lpstr>Open Sans</vt:lpstr>
      <vt:lpstr>Proxima Nova</vt:lpstr>
      <vt:lpstr>source-code-pro</vt:lpstr>
      <vt:lpstr>Trebuchet MS</vt:lpstr>
      <vt:lpstr>Verdana</vt:lpstr>
      <vt:lpstr>Wingdings 3</vt:lpstr>
      <vt:lpstr>TF10001029</vt:lpstr>
      <vt:lpstr>Organic</vt:lpstr>
      <vt:lpstr>Organic</vt:lpstr>
      <vt:lpstr>Organic</vt:lpstr>
      <vt:lpstr>Organic</vt:lpstr>
      <vt:lpstr>Organic</vt:lpstr>
      <vt:lpstr>Organic</vt:lpstr>
      <vt:lpstr>Organic</vt:lpstr>
      <vt:lpstr>Organic</vt:lpstr>
      <vt:lpstr>Organic</vt:lpstr>
      <vt:lpstr>Organic</vt:lpstr>
      <vt:lpstr>Organic</vt:lpstr>
      <vt:lpstr>TM04033917[[fn=Berlin]]_novariants</vt:lpstr>
      <vt:lpstr>Parcel</vt:lpstr>
      <vt:lpstr>INTERNET OF THINGS  TOPIC:PUBLIC TRANSPORT OPTIMIZATION </vt:lpstr>
      <vt:lpstr>Definition </vt:lpstr>
      <vt:lpstr>Design Thinking </vt:lpstr>
      <vt:lpstr>machine learning algorithms to improve arrival time prediction accuracy based on historical data and traffic conditions.</vt:lpstr>
      <vt:lpstr>Random Forest(RF)</vt:lpstr>
      <vt:lpstr>PowerPoint Presentation</vt:lpstr>
      <vt:lpstr>Conclusion </vt:lpstr>
      <vt:lpstr>INTRODUCTION </vt:lpstr>
      <vt:lpstr>Benefits of IoT for logistics and transportation </vt:lpstr>
      <vt:lpstr>Challenges of IoT for logistics and transportation </vt:lpstr>
      <vt:lpstr>Examples </vt:lpstr>
      <vt:lpstr>IOT IN TRANSPORTATION </vt:lpstr>
      <vt:lpstr>PowerPoint Presentation</vt:lpstr>
      <vt:lpstr>PowerPoint Presentation</vt:lpstr>
      <vt:lpstr>PowerPoint Presentation</vt:lpstr>
      <vt:lpstr>PowerPoint Presentation</vt:lpstr>
      <vt:lpstr>Mapping data</vt:lpstr>
      <vt:lpstr>Traffic information</vt:lpstr>
      <vt:lpstr>Additional data on road conditions</vt:lpstr>
      <vt:lpstr>Algorithms for generating traffic predictions </vt:lpstr>
      <vt:lpstr>Statistical approach </vt:lpstr>
      <vt:lpstr>Machine learning approach </vt:lpstr>
      <vt:lpstr>Deeplearning algorithm</vt:lpstr>
      <vt:lpstr>PowerPoint Presentation</vt:lpstr>
      <vt:lpstr>Google Maps Platforms</vt:lpstr>
      <vt:lpstr>BUILD AN IOT ENABLED PUBLIC TRANSPORT OPTIMIZATION SYSTEM </vt:lpstr>
      <vt:lpstr>FUNCTIONALITY </vt:lpstr>
      <vt:lpstr>THE STRUCTURE OF SYSTEM </vt:lpstr>
      <vt:lpstr>Easy and Flexible Integration of Standard Protocols </vt:lpstr>
      <vt:lpstr>Unique Characteristics of the Communication Bus </vt:lpstr>
      <vt:lpstr>Applications </vt:lpstr>
      <vt:lpstr>CAN Range Extender </vt:lpstr>
      <vt:lpstr>develop a python script on the iot sensors to send real-time location and ridership data to the transit information platform</vt:lpstr>
      <vt:lpstr>PowerPoint Presentation</vt:lpstr>
      <vt:lpstr>Developing the Real time transit information </vt:lpstr>
      <vt:lpstr>Proposed System Block Diagram</vt:lpstr>
      <vt:lpstr>Block diagram of prototype of smart public transportation system</vt:lpstr>
      <vt:lpstr>Implement of the Proposed System</vt:lpstr>
      <vt:lpstr>ESP32 Microcontroller</vt:lpstr>
      <vt:lpstr>Prototype of smart public transportation architecture.</vt:lpstr>
      <vt:lpstr>GPS Module</vt:lpstr>
      <vt:lpstr>GPS module to ESP32 connection</vt:lpstr>
      <vt:lpstr>PowerPoint Presentation</vt:lpstr>
      <vt:lpstr>Arrival Time Calculation</vt:lpstr>
      <vt:lpstr>Smart public transportation system flowchart</vt:lpstr>
      <vt:lpstr>Arrival Time Accuracy Analysis</vt:lpstr>
      <vt:lpstr>Graphic comparison of distance (a) Day 1, (b) Day 2, </vt:lpstr>
      <vt:lpstr>Graphic of average speed over the time the GPS-Data.</vt:lpstr>
      <vt:lpstr>Conclusion and Future 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 OF THINGS</dc:title>
  <dc:creator>916369815502</dc:creator>
  <cp:lastModifiedBy>Kanimozhi V</cp:lastModifiedBy>
  <cp:revision>3</cp:revision>
  <dcterms:created xsi:type="dcterms:W3CDTF">2023-09-30T03:53:10Z</dcterms:created>
  <dcterms:modified xsi:type="dcterms:W3CDTF">2026-01-29T10:45:12Z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bd8d527ec92541f5966d94da55ec60cf</vt:lpwstr>
  </property>
</Properties>
</file>